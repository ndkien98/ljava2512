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63" r:id="rId2"/>
    <p:sldId id="259" r:id="rId3"/>
    <p:sldId id="265" r:id="rId4"/>
    <p:sldId id="266" r:id="rId5"/>
    <p:sldId id="267" r:id="rId6"/>
    <p:sldId id="268"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281" r:id="rId20"/>
    <p:sldId id="262" r:id="rId21"/>
  </p:sldIdLst>
  <p:sldSz cx="12192000" cy="6858000"/>
  <p:notesSz cx="6858000" cy="9144000"/>
  <p:embeddedFontLst>
    <p:embeddedFont>
      <p:font typeface="Oi" panose="020B0604020202020204" charset="0"/>
      <p:regular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htyW5ytG2QzhO0bomHZxkHQZwEe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860"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 name="Google Shape;5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4526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4171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89507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0056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221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81080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33343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66226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06854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00646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12890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39874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9234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4167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76115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8659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41179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76111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93107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0138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9"/>
        <p:cNvGrpSpPr/>
        <p:nvPr/>
      </p:nvGrpSpPr>
      <p:grpSpPr>
        <a:xfrm>
          <a:off x="0" y="0"/>
          <a:ext cx="0" cy="0"/>
          <a:chOff x="0" y="0"/>
          <a:chExt cx="0" cy="0"/>
        </a:xfrm>
      </p:grpSpPr>
      <p:sp>
        <p:nvSpPr>
          <p:cNvPr id="30" name="Google Shape;30;p1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2" name="Google Shape;3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5"/>
        <p:cNvGrpSpPr/>
        <p:nvPr/>
      </p:nvGrpSpPr>
      <p:grpSpPr>
        <a:xfrm>
          <a:off x="0" y="0"/>
          <a:ext cx="0" cy="0"/>
          <a:chOff x="0" y="0"/>
          <a:chExt cx="0" cy="0"/>
        </a:xfrm>
      </p:grpSpPr>
      <p:sp>
        <p:nvSpPr>
          <p:cNvPr id="36" name="Google Shape;36;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2"/>
          <p:cNvSpPr>
            <a:spLocks noGrp="1"/>
          </p:cNvSpPr>
          <p:nvPr>
            <p:ph type="pic" idx="2"/>
          </p:nvPr>
        </p:nvSpPr>
        <p:spPr>
          <a:xfrm>
            <a:off x="5183188" y="987425"/>
            <a:ext cx="6172200" cy="4873625"/>
          </a:xfrm>
          <a:prstGeom prst="rect">
            <a:avLst/>
          </a:prstGeom>
          <a:noFill/>
          <a:ln>
            <a:noFill/>
          </a:ln>
        </p:spPr>
      </p:sp>
      <p:sp>
        <p:nvSpPr>
          <p:cNvPr id="38" name="Google Shape;38;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9" name="Google Shape;39;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2"/>
        <p:cNvGrpSpPr/>
        <p:nvPr/>
      </p:nvGrpSpPr>
      <p:grpSpPr>
        <a:xfrm>
          <a:off x="0" y="0"/>
          <a:ext cx="0" cy="0"/>
          <a:chOff x="0" y="0"/>
          <a:chExt cx="0" cy="0"/>
        </a:xfrm>
      </p:grpSpPr>
      <p:sp>
        <p:nvSpPr>
          <p:cNvPr id="43" name="Google Shape;43;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8"/>
        <p:cNvGrpSpPr/>
        <p:nvPr/>
      </p:nvGrpSpPr>
      <p:grpSpPr>
        <a:xfrm>
          <a:off x="0" y="0"/>
          <a:ext cx="0" cy="0"/>
          <a:chOff x="0" y="0"/>
          <a:chExt cx="0" cy="0"/>
        </a:xfrm>
      </p:grpSpPr>
      <p:sp>
        <p:nvSpPr>
          <p:cNvPr id="49" name="Google Shape;4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1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
        <p:cNvGrpSpPr/>
        <p:nvPr/>
      </p:nvGrpSpPr>
      <p:grpSpPr>
        <a:xfrm>
          <a:off x="0" y="0"/>
          <a:ext cx="0" cy="0"/>
          <a:chOff x="0" y="0"/>
          <a:chExt cx="0" cy="0"/>
        </a:xfrm>
      </p:grpSpPr>
      <p:sp>
        <p:nvSpPr>
          <p:cNvPr id="21" name="Google Shape;21;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20365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p:nvPr/>
        </p:nvSpPr>
        <p:spPr>
          <a:xfrm>
            <a:off x="0" y="-712232"/>
            <a:ext cx="12192000"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D7D7D7"/>
                </a:solidFill>
                <a:latin typeface="Oi"/>
                <a:ea typeface="Oi"/>
                <a:cs typeface="Oi"/>
                <a:sym typeface="Oi"/>
              </a:rPr>
              <a:t>www.9slide.vn</a:t>
            </a:r>
            <a:endParaRPr/>
          </a:p>
        </p:txBody>
      </p:sp>
      <p:sp>
        <p:nvSpPr>
          <p:cNvPr id="7" name="Google Shape;7;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Oi"/>
                <a:ea typeface="Oi"/>
                <a:cs typeface="Oi"/>
                <a:sym typeface="O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Oi"/>
                <a:ea typeface="Oi"/>
                <a:cs typeface="Oi"/>
                <a:sym typeface="O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Oi"/>
                <a:ea typeface="Oi"/>
                <a:cs typeface="Oi"/>
                <a:sym typeface="O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9pPr>
          </a:lstStyle>
          <a:p>
            <a:endParaRPr/>
          </a:p>
        </p:txBody>
      </p:sp>
      <p:sp>
        <p:nvSpPr>
          <p:cNvPr id="9" name="Google Shape;9;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Oi"/>
                <a:ea typeface="Oi"/>
                <a:cs typeface="Oi"/>
                <a:sym typeface="Oi"/>
              </a:defRPr>
            </a:lvl1pPr>
            <a:lvl2pPr marR="0" lvl="1" algn="l" rtl="0">
              <a:spcBef>
                <a:spcPts val="0"/>
              </a:spcBef>
              <a:spcAft>
                <a:spcPts val="0"/>
              </a:spcAft>
              <a:buSzPts val="1400"/>
              <a:buNone/>
              <a:defRPr sz="1800" b="0" i="0" u="none" strike="noStrike" cap="none">
                <a:solidFill>
                  <a:schemeClr val="dk1"/>
                </a:solidFill>
                <a:latin typeface="Oi"/>
                <a:ea typeface="Oi"/>
                <a:cs typeface="Oi"/>
                <a:sym typeface="Oi"/>
              </a:defRPr>
            </a:lvl2pPr>
            <a:lvl3pPr marR="0" lvl="2" algn="l" rtl="0">
              <a:spcBef>
                <a:spcPts val="0"/>
              </a:spcBef>
              <a:spcAft>
                <a:spcPts val="0"/>
              </a:spcAft>
              <a:buSzPts val="1400"/>
              <a:buNone/>
              <a:defRPr sz="1800" b="0" i="0" u="none" strike="noStrike" cap="none">
                <a:solidFill>
                  <a:schemeClr val="dk1"/>
                </a:solidFill>
                <a:latin typeface="Oi"/>
                <a:ea typeface="Oi"/>
                <a:cs typeface="Oi"/>
                <a:sym typeface="Oi"/>
              </a:defRPr>
            </a:lvl3pPr>
            <a:lvl4pPr marR="0" lvl="3" algn="l" rtl="0">
              <a:spcBef>
                <a:spcPts val="0"/>
              </a:spcBef>
              <a:spcAft>
                <a:spcPts val="0"/>
              </a:spcAft>
              <a:buSzPts val="1400"/>
              <a:buNone/>
              <a:defRPr sz="1800" b="0" i="0" u="none" strike="noStrike" cap="none">
                <a:solidFill>
                  <a:schemeClr val="dk1"/>
                </a:solidFill>
                <a:latin typeface="Oi"/>
                <a:ea typeface="Oi"/>
                <a:cs typeface="Oi"/>
                <a:sym typeface="Oi"/>
              </a:defRPr>
            </a:lvl4pPr>
            <a:lvl5pPr marR="0" lvl="4" algn="l" rtl="0">
              <a:spcBef>
                <a:spcPts val="0"/>
              </a:spcBef>
              <a:spcAft>
                <a:spcPts val="0"/>
              </a:spcAft>
              <a:buSzPts val="1400"/>
              <a:buNone/>
              <a:defRPr sz="1800" b="0" i="0" u="none" strike="noStrike" cap="none">
                <a:solidFill>
                  <a:schemeClr val="dk1"/>
                </a:solidFill>
                <a:latin typeface="Oi"/>
                <a:ea typeface="Oi"/>
                <a:cs typeface="Oi"/>
                <a:sym typeface="Oi"/>
              </a:defRPr>
            </a:lvl5pPr>
            <a:lvl6pPr marR="0" lvl="5" algn="l" rtl="0">
              <a:spcBef>
                <a:spcPts val="0"/>
              </a:spcBef>
              <a:spcAft>
                <a:spcPts val="0"/>
              </a:spcAft>
              <a:buSzPts val="1400"/>
              <a:buNone/>
              <a:defRPr sz="1800" b="0" i="0" u="none" strike="noStrike" cap="none">
                <a:solidFill>
                  <a:schemeClr val="dk1"/>
                </a:solidFill>
                <a:latin typeface="Oi"/>
                <a:ea typeface="Oi"/>
                <a:cs typeface="Oi"/>
                <a:sym typeface="Oi"/>
              </a:defRPr>
            </a:lvl6pPr>
            <a:lvl7pPr marR="0" lvl="6" algn="l" rtl="0">
              <a:spcBef>
                <a:spcPts val="0"/>
              </a:spcBef>
              <a:spcAft>
                <a:spcPts val="0"/>
              </a:spcAft>
              <a:buSzPts val="1400"/>
              <a:buNone/>
              <a:defRPr sz="1800" b="0" i="0" u="none" strike="noStrike" cap="none">
                <a:solidFill>
                  <a:schemeClr val="dk1"/>
                </a:solidFill>
                <a:latin typeface="Oi"/>
                <a:ea typeface="Oi"/>
                <a:cs typeface="Oi"/>
                <a:sym typeface="Oi"/>
              </a:defRPr>
            </a:lvl7pPr>
            <a:lvl8pPr marR="0" lvl="7" algn="l" rtl="0">
              <a:spcBef>
                <a:spcPts val="0"/>
              </a:spcBef>
              <a:spcAft>
                <a:spcPts val="0"/>
              </a:spcAft>
              <a:buSzPts val="1400"/>
              <a:buNone/>
              <a:defRPr sz="1800" b="0" i="0" u="none" strike="noStrike" cap="none">
                <a:solidFill>
                  <a:schemeClr val="dk1"/>
                </a:solidFill>
                <a:latin typeface="Oi"/>
                <a:ea typeface="Oi"/>
                <a:cs typeface="Oi"/>
                <a:sym typeface="Oi"/>
              </a:defRPr>
            </a:lvl8pPr>
            <a:lvl9pPr marR="0" lvl="8" algn="l" rtl="0">
              <a:spcBef>
                <a:spcPts val="0"/>
              </a:spcBef>
              <a:spcAft>
                <a:spcPts val="0"/>
              </a:spcAft>
              <a:buSzPts val="1400"/>
              <a:buNone/>
              <a:defRPr sz="1800" b="0" i="0" u="none" strike="noStrike" cap="none">
                <a:solidFill>
                  <a:schemeClr val="dk1"/>
                </a:solidFill>
                <a:latin typeface="Oi"/>
                <a:ea typeface="Oi"/>
                <a:cs typeface="Oi"/>
                <a:sym typeface="Oi"/>
              </a:defRPr>
            </a:lvl9pPr>
          </a:lstStyle>
          <a:p>
            <a:endParaRPr/>
          </a:p>
        </p:txBody>
      </p:sp>
      <p:sp>
        <p:nvSpPr>
          <p:cNvPr id="10" name="Google Shape;10;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Oi"/>
                <a:ea typeface="Oi"/>
                <a:cs typeface="Oi"/>
                <a:sym typeface="Oi"/>
              </a:defRPr>
            </a:lvl1pPr>
            <a:lvl2pPr marR="0" lvl="1" algn="l" rtl="0">
              <a:spcBef>
                <a:spcPts val="0"/>
              </a:spcBef>
              <a:spcAft>
                <a:spcPts val="0"/>
              </a:spcAft>
              <a:buSzPts val="1400"/>
              <a:buNone/>
              <a:defRPr sz="1800" b="0" i="0" u="none" strike="noStrike" cap="none">
                <a:solidFill>
                  <a:schemeClr val="dk1"/>
                </a:solidFill>
                <a:latin typeface="Oi"/>
                <a:ea typeface="Oi"/>
                <a:cs typeface="Oi"/>
                <a:sym typeface="Oi"/>
              </a:defRPr>
            </a:lvl2pPr>
            <a:lvl3pPr marR="0" lvl="2" algn="l" rtl="0">
              <a:spcBef>
                <a:spcPts val="0"/>
              </a:spcBef>
              <a:spcAft>
                <a:spcPts val="0"/>
              </a:spcAft>
              <a:buSzPts val="1400"/>
              <a:buNone/>
              <a:defRPr sz="1800" b="0" i="0" u="none" strike="noStrike" cap="none">
                <a:solidFill>
                  <a:schemeClr val="dk1"/>
                </a:solidFill>
                <a:latin typeface="Oi"/>
                <a:ea typeface="Oi"/>
                <a:cs typeface="Oi"/>
                <a:sym typeface="Oi"/>
              </a:defRPr>
            </a:lvl3pPr>
            <a:lvl4pPr marR="0" lvl="3" algn="l" rtl="0">
              <a:spcBef>
                <a:spcPts val="0"/>
              </a:spcBef>
              <a:spcAft>
                <a:spcPts val="0"/>
              </a:spcAft>
              <a:buSzPts val="1400"/>
              <a:buNone/>
              <a:defRPr sz="1800" b="0" i="0" u="none" strike="noStrike" cap="none">
                <a:solidFill>
                  <a:schemeClr val="dk1"/>
                </a:solidFill>
                <a:latin typeface="Oi"/>
                <a:ea typeface="Oi"/>
                <a:cs typeface="Oi"/>
                <a:sym typeface="Oi"/>
              </a:defRPr>
            </a:lvl4pPr>
            <a:lvl5pPr marR="0" lvl="4" algn="l" rtl="0">
              <a:spcBef>
                <a:spcPts val="0"/>
              </a:spcBef>
              <a:spcAft>
                <a:spcPts val="0"/>
              </a:spcAft>
              <a:buSzPts val="1400"/>
              <a:buNone/>
              <a:defRPr sz="1800" b="0" i="0" u="none" strike="noStrike" cap="none">
                <a:solidFill>
                  <a:schemeClr val="dk1"/>
                </a:solidFill>
                <a:latin typeface="Oi"/>
                <a:ea typeface="Oi"/>
                <a:cs typeface="Oi"/>
                <a:sym typeface="Oi"/>
              </a:defRPr>
            </a:lvl5pPr>
            <a:lvl6pPr marR="0" lvl="5" algn="l" rtl="0">
              <a:spcBef>
                <a:spcPts val="0"/>
              </a:spcBef>
              <a:spcAft>
                <a:spcPts val="0"/>
              </a:spcAft>
              <a:buSzPts val="1400"/>
              <a:buNone/>
              <a:defRPr sz="1800" b="0" i="0" u="none" strike="noStrike" cap="none">
                <a:solidFill>
                  <a:schemeClr val="dk1"/>
                </a:solidFill>
                <a:latin typeface="Oi"/>
                <a:ea typeface="Oi"/>
                <a:cs typeface="Oi"/>
                <a:sym typeface="Oi"/>
              </a:defRPr>
            </a:lvl6pPr>
            <a:lvl7pPr marR="0" lvl="6" algn="l" rtl="0">
              <a:spcBef>
                <a:spcPts val="0"/>
              </a:spcBef>
              <a:spcAft>
                <a:spcPts val="0"/>
              </a:spcAft>
              <a:buSzPts val="1400"/>
              <a:buNone/>
              <a:defRPr sz="1800" b="0" i="0" u="none" strike="noStrike" cap="none">
                <a:solidFill>
                  <a:schemeClr val="dk1"/>
                </a:solidFill>
                <a:latin typeface="Oi"/>
                <a:ea typeface="Oi"/>
                <a:cs typeface="Oi"/>
                <a:sym typeface="Oi"/>
              </a:defRPr>
            </a:lvl7pPr>
            <a:lvl8pPr marR="0" lvl="7" algn="l" rtl="0">
              <a:spcBef>
                <a:spcPts val="0"/>
              </a:spcBef>
              <a:spcAft>
                <a:spcPts val="0"/>
              </a:spcAft>
              <a:buSzPts val="1400"/>
              <a:buNone/>
              <a:defRPr sz="1800" b="0" i="0" u="none" strike="noStrike" cap="none">
                <a:solidFill>
                  <a:schemeClr val="dk1"/>
                </a:solidFill>
                <a:latin typeface="Oi"/>
                <a:ea typeface="Oi"/>
                <a:cs typeface="Oi"/>
                <a:sym typeface="Oi"/>
              </a:defRPr>
            </a:lvl8pPr>
            <a:lvl9pPr marR="0" lvl="8" algn="l" rtl="0">
              <a:spcBef>
                <a:spcPts val="0"/>
              </a:spcBef>
              <a:spcAft>
                <a:spcPts val="0"/>
              </a:spcAft>
              <a:buSzPts val="1400"/>
              <a:buNone/>
              <a:defRPr sz="1800" b="0" i="0" u="none" strike="noStrike" cap="none">
                <a:solidFill>
                  <a:schemeClr val="dk1"/>
                </a:solidFill>
                <a:latin typeface="Oi"/>
                <a:ea typeface="Oi"/>
                <a:cs typeface="Oi"/>
                <a:sym typeface="Oi"/>
              </a:defRPr>
            </a:lvl9pPr>
          </a:lstStyle>
          <a:p>
            <a:endParaRPr/>
          </a:p>
        </p:txBody>
      </p:sp>
      <p:sp>
        <p:nvSpPr>
          <p:cNvPr id="11" name="Google Shape;11;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Oi"/>
                <a:ea typeface="Oi"/>
                <a:cs typeface="Oi"/>
                <a:sym typeface="Oi"/>
              </a:defRPr>
            </a:lvl1pPr>
            <a:lvl2pPr marL="0" marR="0" lvl="1" indent="0" algn="r" rtl="0">
              <a:spcBef>
                <a:spcPts val="0"/>
              </a:spcBef>
              <a:buNone/>
              <a:defRPr sz="1200" b="0" i="0" u="none" strike="noStrike" cap="none">
                <a:solidFill>
                  <a:srgbClr val="888888"/>
                </a:solidFill>
                <a:latin typeface="Oi"/>
                <a:ea typeface="Oi"/>
                <a:cs typeface="Oi"/>
                <a:sym typeface="Oi"/>
              </a:defRPr>
            </a:lvl2pPr>
            <a:lvl3pPr marL="0" marR="0" lvl="2" indent="0" algn="r" rtl="0">
              <a:spcBef>
                <a:spcPts val="0"/>
              </a:spcBef>
              <a:buNone/>
              <a:defRPr sz="1200" b="0" i="0" u="none" strike="noStrike" cap="none">
                <a:solidFill>
                  <a:srgbClr val="888888"/>
                </a:solidFill>
                <a:latin typeface="Oi"/>
                <a:ea typeface="Oi"/>
                <a:cs typeface="Oi"/>
                <a:sym typeface="Oi"/>
              </a:defRPr>
            </a:lvl3pPr>
            <a:lvl4pPr marL="0" marR="0" lvl="3" indent="0" algn="r" rtl="0">
              <a:spcBef>
                <a:spcPts val="0"/>
              </a:spcBef>
              <a:buNone/>
              <a:defRPr sz="1200" b="0" i="0" u="none" strike="noStrike" cap="none">
                <a:solidFill>
                  <a:srgbClr val="888888"/>
                </a:solidFill>
                <a:latin typeface="Oi"/>
                <a:ea typeface="Oi"/>
                <a:cs typeface="Oi"/>
                <a:sym typeface="Oi"/>
              </a:defRPr>
            </a:lvl4pPr>
            <a:lvl5pPr marL="0" marR="0" lvl="4" indent="0" algn="r" rtl="0">
              <a:spcBef>
                <a:spcPts val="0"/>
              </a:spcBef>
              <a:buNone/>
              <a:defRPr sz="1200" b="0" i="0" u="none" strike="noStrike" cap="none">
                <a:solidFill>
                  <a:srgbClr val="888888"/>
                </a:solidFill>
                <a:latin typeface="Oi"/>
                <a:ea typeface="Oi"/>
                <a:cs typeface="Oi"/>
                <a:sym typeface="Oi"/>
              </a:defRPr>
            </a:lvl5pPr>
            <a:lvl6pPr marL="0" marR="0" lvl="5" indent="0" algn="r" rtl="0">
              <a:spcBef>
                <a:spcPts val="0"/>
              </a:spcBef>
              <a:buNone/>
              <a:defRPr sz="1200" b="0" i="0" u="none" strike="noStrike" cap="none">
                <a:solidFill>
                  <a:srgbClr val="888888"/>
                </a:solidFill>
                <a:latin typeface="Oi"/>
                <a:ea typeface="Oi"/>
                <a:cs typeface="Oi"/>
                <a:sym typeface="Oi"/>
              </a:defRPr>
            </a:lvl6pPr>
            <a:lvl7pPr marL="0" marR="0" lvl="6" indent="0" algn="r" rtl="0">
              <a:spcBef>
                <a:spcPts val="0"/>
              </a:spcBef>
              <a:buNone/>
              <a:defRPr sz="1200" b="0" i="0" u="none" strike="noStrike" cap="none">
                <a:solidFill>
                  <a:srgbClr val="888888"/>
                </a:solidFill>
                <a:latin typeface="Oi"/>
                <a:ea typeface="Oi"/>
                <a:cs typeface="Oi"/>
                <a:sym typeface="Oi"/>
              </a:defRPr>
            </a:lvl7pPr>
            <a:lvl8pPr marL="0" marR="0" lvl="7" indent="0" algn="r" rtl="0">
              <a:spcBef>
                <a:spcPts val="0"/>
              </a:spcBef>
              <a:buNone/>
              <a:defRPr sz="1200" b="0" i="0" u="none" strike="noStrike" cap="none">
                <a:solidFill>
                  <a:srgbClr val="888888"/>
                </a:solidFill>
                <a:latin typeface="Oi"/>
                <a:ea typeface="Oi"/>
                <a:cs typeface="Oi"/>
                <a:sym typeface="Oi"/>
              </a:defRPr>
            </a:lvl8pPr>
            <a:lvl9pPr marL="0" marR="0" lvl="8" indent="0" algn="r" rtl="0">
              <a:spcBef>
                <a:spcPts val="0"/>
              </a:spcBef>
              <a:buNone/>
              <a:defRPr sz="1200" b="0" i="0" u="none" strike="noStrike" cap="none">
                <a:solidFill>
                  <a:srgbClr val="888888"/>
                </a:solidFill>
                <a:latin typeface="Oi"/>
                <a:ea typeface="Oi"/>
                <a:cs typeface="Oi"/>
                <a:sym typeface="Oi"/>
              </a:defRPr>
            </a:lvl9pPr>
          </a:lstStyle>
          <a:p>
            <a:pPr marL="0" lvl="0" indent="0" algn="r" rtl="0">
              <a:spcBef>
                <a:spcPts val="0"/>
              </a:spcBef>
              <a:spcAft>
                <a:spcPts val="0"/>
              </a:spcAft>
              <a:buNone/>
            </a:pPr>
            <a:fld id="{00000000-1234-1234-1234-123412341234}" type="slidenum">
              <a:rPr lang="en-US"/>
              <a:t>‹#›</a:t>
            </a:fld>
            <a:endParaRPr/>
          </a:p>
        </p:txBody>
      </p:sp>
      <p:sp>
        <p:nvSpPr>
          <p:cNvPr id="12" name="Google Shape;12;p8"/>
          <p:cNvSpPr/>
          <p:nvPr/>
        </p:nvSpPr>
        <p:spPr>
          <a:xfrm>
            <a:off x="-23164800" y="-13030200"/>
            <a:ext cx="395021" cy="395021"/>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i"/>
              <a:ea typeface="Oi"/>
              <a:cs typeface="Oi"/>
              <a:sym typeface="Oi"/>
            </a:endParaRPr>
          </a:p>
        </p:txBody>
      </p:sp>
      <p:sp>
        <p:nvSpPr>
          <p:cNvPr id="13" name="Google Shape;13;p8"/>
          <p:cNvSpPr/>
          <p:nvPr/>
        </p:nvSpPr>
        <p:spPr>
          <a:xfrm>
            <a:off x="34961778" y="-13030200"/>
            <a:ext cx="395021" cy="395021"/>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i"/>
              <a:ea typeface="Oi"/>
              <a:cs typeface="Oi"/>
              <a:sym typeface="Oi"/>
            </a:endParaRPr>
          </a:p>
        </p:txBody>
      </p:sp>
      <p:sp>
        <p:nvSpPr>
          <p:cNvPr id="14" name="Google Shape;14;p8"/>
          <p:cNvSpPr/>
          <p:nvPr/>
        </p:nvSpPr>
        <p:spPr>
          <a:xfrm>
            <a:off x="34961778" y="19493180"/>
            <a:ext cx="395021" cy="395021"/>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i"/>
              <a:ea typeface="Oi"/>
              <a:cs typeface="Oi"/>
              <a:sym typeface="Oi"/>
            </a:endParaRPr>
          </a:p>
        </p:txBody>
      </p:sp>
      <p:sp>
        <p:nvSpPr>
          <p:cNvPr id="15" name="Google Shape;15;p8"/>
          <p:cNvSpPr/>
          <p:nvPr/>
        </p:nvSpPr>
        <p:spPr>
          <a:xfrm>
            <a:off x="-23164800" y="19493180"/>
            <a:ext cx="395021" cy="395021"/>
          </a:xfrm>
          <a:prstGeom prst="ellipse">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i"/>
              <a:ea typeface="Oi"/>
              <a:cs typeface="Oi"/>
              <a:sym typeface="Oi"/>
            </a:endParaRPr>
          </a:p>
        </p:txBody>
      </p:sp>
      <p:grpSp>
        <p:nvGrpSpPr>
          <p:cNvPr id="16" name="Google Shape;16;p8"/>
          <p:cNvGrpSpPr/>
          <p:nvPr/>
        </p:nvGrpSpPr>
        <p:grpSpPr>
          <a:xfrm>
            <a:off x="-2202100" y="-2224223"/>
            <a:ext cx="16596200" cy="11284323"/>
            <a:chOff x="-2202100" y="-2224223"/>
            <a:chExt cx="16596200" cy="11284323"/>
          </a:xfrm>
        </p:grpSpPr>
        <p:sp>
          <p:nvSpPr>
            <p:cNvPr id="17" name="Google Shape;17;p8"/>
            <p:cNvSpPr/>
            <p:nvPr/>
          </p:nvSpPr>
          <p:spPr>
            <a:xfrm>
              <a:off x="4851540" y="8494776"/>
              <a:ext cx="2488920" cy="565324"/>
            </a:xfrm>
            <a:prstGeom prst="rect">
              <a:avLst/>
            </a:prstGeom>
            <a:noFill/>
            <a:ln w="2157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Oi"/>
                <a:ea typeface="Oi"/>
                <a:cs typeface="Oi"/>
                <a:sym typeface="Oi"/>
              </a:endParaRPr>
            </a:p>
          </p:txBody>
        </p:sp>
        <p:sp>
          <p:nvSpPr>
            <p:cNvPr id="18" name="Google Shape;18;p8"/>
            <p:cNvSpPr/>
            <p:nvPr/>
          </p:nvSpPr>
          <p:spPr>
            <a:xfrm>
              <a:off x="5006988" y="8647176"/>
              <a:ext cx="2178025" cy="260524"/>
            </a:xfrm>
            <a:custGeom>
              <a:avLst/>
              <a:gdLst/>
              <a:ahLst/>
              <a:cxnLst/>
              <a:rect l="l" t="t" r="r" b="b"/>
              <a:pathLst>
                <a:path w="2178025" h="260524" extrusionOk="0">
                  <a:moveTo>
                    <a:pt x="1807648" y="222182"/>
                  </a:moveTo>
                  <a:cubicBezTo>
                    <a:pt x="1814010" y="222182"/>
                    <a:pt x="1818838" y="223968"/>
                    <a:pt x="1822130" y="227540"/>
                  </a:cubicBezTo>
                  <a:cubicBezTo>
                    <a:pt x="1825423" y="231111"/>
                    <a:pt x="1827070" y="235576"/>
                    <a:pt x="1827070" y="240934"/>
                  </a:cubicBezTo>
                  <a:cubicBezTo>
                    <a:pt x="1827070" y="246069"/>
                    <a:pt x="1825423" y="250366"/>
                    <a:pt x="1822130" y="253826"/>
                  </a:cubicBezTo>
                  <a:cubicBezTo>
                    <a:pt x="1818838" y="257287"/>
                    <a:pt x="1814010" y="259017"/>
                    <a:pt x="1807648" y="259017"/>
                  </a:cubicBezTo>
                  <a:cubicBezTo>
                    <a:pt x="1801285" y="259017"/>
                    <a:pt x="1796513" y="257287"/>
                    <a:pt x="1793332" y="253826"/>
                  </a:cubicBezTo>
                  <a:cubicBezTo>
                    <a:pt x="1790151" y="250366"/>
                    <a:pt x="1788560" y="246069"/>
                    <a:pt x="1788560" y="240934"/>
                  </a:cubicBezTo>
                  <a:cubicBezTo>
                    <a:pt x="1788560" y="235576"/>
                    <a:pt x="1790151" y="231111"/>
                    <a:pt x="1793332" y="227540"/>
                  </a:cubicBezTo>
                  <a:cubicBezTo>
                    <a:pt x="1796513" y="223968"/>
                    <a:pt x="1801285" y="222182"/>
                    <a:pt x="1807648" y="222182"/>
                  </a:cubicBezTo>
                  <a:close/>
                  <a:moveTo>
                    <a:pt x="807523" y="222182"/>
                  </a:moveTo>
                  <a:cubicBezTo>
                    <a:pt x="813885" y="222182"/>
                    <a:pt x="818713" y="223968"/>
                    <a:pt x="822005" y="227540"/>
                  </a:cubicBezTo>
                  <a:cubicBezTo>
                    <a:pt x="825298" y="231111"/>
                    <a:pt x="826945" y="235576"/>
                    <a:pt x="826945" y="240934"/>
                  </a:cubicBezTo>
                  <a:cubicBezTo>
                    <a:pt x="826945" y="246069"/>
                    <a:pt x="825298" y="250366"/>
                    <a:pt x="822005" y="253826"/>
                  </a:cubicBezTo>
                  <a:cubicBezTo>
                    <a:pt x="818713" y="257287"/>
                    <a:pt x="813885" y="259017"/>
                    <a:pt x="807523" y="259017"/>
                  </a:cubicBezTo>
                  <a:cubicBezTo>
                    <a:pt x="801160" y="259017"/>
                    <a:pt x="796388" y="257287"/>
                    <a:pt x="793207" y="253826"/>
                  </a:cubicBezTo>
                  <a:cubicBezTo>
                    <a:pt x="790026" y="250366"/>
                    <a:pt x="788435" y="246069"/>
                    <a:pt x="788435" y="240934"/>
                  </a:cubicBezTo>
                  <a:cubicBezTo>
                    <a:pt x="788435" y="235576"/>
                    <a:pt x="790026" y="231111"/>
                    <a:pt x="793207" y="227540"/>
                  </a:cubicBezTo>
                  <a:cubicBezTo>
                    <a:pt x="796388" y="223968"/>
                    <a:pt x="801160" y="222182"/>
                    <a:pt x="807523" y="222182"/>
                  </a:cubicBezTo>
                  <a:close/>
                  <a:moveTo>
                    <a:pt x="1488076" y="98952"/>
                  </a:moveTo>
                  <a:cubicBezTo>
                    <a:pt x="1472896" y="98952"/>
                    <a:pt x="1461064" y="104812"/>
                    <a:pt x="1452581" y="116532"/>
                  </a:cubicBezTo>
                  <a:cubicBezTo>
                    <a:pt x="1444098" y="128253"/>
                    <a:pt x="1439856" y="145610"/>
                    <a:pt x="1439856" y="168604"/>
                  </a:cubicBezTo>
                  <a:cubicBezTo>
                    <a:pt x="1439856" y="189142"/>
                    <a:pt x="1444098" y="205215"/>
                    <a:pt x="1452581" y="216824"/>
                  </a:cubicBezTo>
                  <a:cubicBezTo>
                    <a:pt x="1461064" y="228433"/>
                    <a:pt x="1472784" y="234237"/>
                    <a:pt x="1487741" y="234237"/>
                  </a:cubicBezTo>
                  <a:cubicBezTo>
                    <a:pt x="1507387" y="234237"/>
                    <a:pt x="1521730" y="225419"/>
                    <a:pt x="1530771" y="207783"/>
                  </a:cubicBezTo>
                  <a:lnTo>
                    <a:pt x="1530771" y="124569"/>
                  </a:lnTo>
                  <a:cubicBezTo>
                    <a:pt x="1521507" y="107491"/>
                    <a:pt x="1507275" y="98952"/>
                    <a:pt x="1488076" y="98952"/>
                  </a:cubicBezTo>
                  <a:close/>
                  <a:moveTo>
                    <a:pt x="1678241" y="98115"/>
                  </a:moveTo>
                  <a:cubicBezTo>
                    <a:pt x="1665740" y="98115"/>
                    <a:pt x="1655248" y="102663"/>
                    <a:pt x="1646764" y="111761"/>
                  </a:cubicBezTo>
                  <a:cubicBezTo>
                    <a:pt x="1638281" y="120858"/>
                    <a:pt x="1633035" y="133610"/>
                    <a:pt x="1631026" y="150019"/>
                  </a:cubicBezTo>
                  <a:lnTo>
                    <a:pt x="1721774" y="150019"/>
                  </a:lnTo>
                  <a:lnTo>
                    <a:pt x="1721774" y="147675"/>
                  </a:lnTo>
                  <a:cubicBezTo>
                    <a:pt x="1720881" y="131936"/>
                    <a:pt x="1716639" y="119742"/>
                    <a:pt x="1709049" y="111091"/>
                  </a:cubicBezTo>
                  <a:cubicBezTo>
                    <a:pt x="1701459" y="102440"/>
                    <a:pt x="1691190" y="98115"/>
                    <a:pt x="1678241" y="98115"/>
                  </a:cubicBezTo>
                  <a:close/>
                  <a:moveTo>
                    <a:pt x="1855700" y="76014"/>
                  </a:moveTo>
                  <a:lnTo>
                    <a:pt x="1887345" y="76014"/>
                  </a:lnTo>
                  <a:lnTo>
                    <a:pt x="1933389" y="215150"/>
                  </a:lnTo>
                  <a:lnTo>
                    <a:pt x="1978260" y="76014"/>
                  </a:lnTo>
                  <a:lnTo>
                    <a:pt x="2009905" y="76014"/>
                  </a:lnTo>
                  <a:lnTo>
                    <a:pt x="1944941" y="257175"/>
                  </a:lnTo>
                  <a:lnTo>
                    <a:pt x="1921334" y="257175"/>
                  </a:lnTo>
                  <a:close/>
                  <a:moveTo>
                    <a:pt x="1333370" y="76014"/>
                  </a:moveTo>
                  <a:lnTo>
                    <a:pt x="1364344" y="76014"/>
                  </a:lnTo>
                  <a:lnTo>
                    <a:pt x="1364344" y="257175"/>
                  </a:lnTo>
                  <a:lnTo>
                    <a:pt x="1333370" y="257175"/>
                  </a:lnTo>
                  <a:close/>
                  <a:moveTo>
                    <a:pt x="514350" y="76014"/>
                  </a:moveTo>
                  <a:lnTo>
                    <a:pt x="545157" y="76014"/>
                  </a:lnTo>
                  <a:lnTo>
                    <a:pt x="580820" y="211634"/>
                  </a:lnTo>
                  <a:lnTo>
                    <a:pt x="623013" y="76014"/>
                  </a:lnTo>
                  <a:lnTo>
                    <a:pt x="647960" y="76014"/>
                  </a:lnTo>
                  <a:lnTo>
                    <a:pt x="690990" y="214480"/>
                  </a:lnTo>
                  <a:lnTo>
                    <a:pt x="725816" y="76014"/>
                  </a:lnTo>
                  <a:lnTo>
                    <a:pt x="756791" y="76014"/>
                  </a:lnTo>
                  <a:lnTo>
                    <a:pt x="704050" y="257175"/>
                  </a:lnTo>
                  <a:lnTo>
                    <a:pt x="678935" y="257175"/>
                  </a:lnTo>
                  <a:lnTo>
                    <a:pt x="634901" y="119881"/>
                  </a:lnTo>
                  <a:lnTo>
                    <a:pt x="592038" y="257175"/>
                  </a:lnTo>
                  <a:lnTo>
                    <a:pt x="566923" y="257175"/>
                  </a:lnTo>
                  <a:close/>
                  <a:moveTo>
                    <a:pt x="257175" y="76014"/>
                  </a:moveTo>
                  <a:lnTo>
                    <a:pt x="287982" y="76014"/>
                  </a:lnTo>
                  <a:lnTo>
                    <a:pt x="323645" y="211634"/>
                  </a:lnTo>
                  <a:lnTo>
                    <a:pt x="365838" y="76014"/>
                  </a:lnTo>
                  <a:lnTo>
                    <a:pt x="390785" y="76014"/>
                  </a:lnTo>
                  <a:lnTo>
                    <a:pt x="433815" y="214480"/>
                  </a:lnTo>
                  <a:lnTo>
                    <a:pt x="468641" y="76014"/>
                  </a:lnTo>
                  <a:lnTo>
                    <a:pt x="499616" y="76014"/>
                  </a:lnTo>
                  <a:lnTo>
                    <a:pt x="446875" y="257175"/>
                  </a:lnTo>
                  <a:lnTo>
                    <a:pt x="421760" y="257175"/>
                  </a:lnTo>
                  <a:lnTo>
                    <a:pt x="377726" y="119881"/>
                  </a:lnTo>
                  <a:lnTo>
                    <a:pt x="334863" y="257175"/>
                  </a:lnTo>
                  <a:lnTo>
                    <a:pt x="309748" y="257175"/>
                  </a:lnTo>
                  <a:close/>
                  <a:moveTo>
                    <a:pt x="0" y="76014"/>
                  </a:moveTo>
                  <a:lnTo>
                    <a:pt x="30807" y="76014"/>
                  </a:lnTo>
                  <a:lnTo>
                    <a:pt x="66470" y="211634"/>
                  </a:lnTo>
                  <a:lnTo>
                    <a:pt x="108663" y="76014"/>
                  </a:lnTo>
                  <a:lnTo>
                    <a:pt x="133610" y="76014"/>
                  </a:lnTo>
                  <a:lnTo>
                    <a:pt x="176640" y="214480"/>
                  </a:lnTo>
                  <a:lnTo>
                    <a:pt x="211466" y="76014"/>
                  </a:lnTo>
                  <a:lnTo>
                    <a:pt x="242441" y="76014"/>
                  </a:lnTo>
                  <a:lnTo>
                    <a:pt x="189700" y="257175"/>
                  </a:lnTo>
                  <a:lnTo>
                    <a:pt x="164585" y="257175"/>
                  </a:lnTo>
                  <a:lnTo>
                    <a:pt x="120551" y="119881"/>
                  </a:lnTo>
                  <a:lnTo>
                    <a:pt x="77688" y="257175"/>
                  </a:lnTo>
                  <a:lnTo>
                    <a:pt x="52573" y="257175"/>
                  </a:lnTo>
                  <a:close/>
                  <a:moveTo>
                    <a:pt x="2120094" y="72666"/>
                  </a:moveTo>
                  <a:cubicBezTo>
                    <a:pt x="2158380" y="72666"/>
                    <a:pt x="2177690" y="94264"/>
                    <a:pt x="2178025" y="137461"/>
                  </a:cubicBezTo>
                  <a:lnTo>
                    <a:pt x="2178025" y="257175"/>
                  </a:lnTo>
                  <a:lnTo>
                    <a:pt x="2147050" y="257175"/>
                  </a:lnTo>
                  <a:lnTo>
                    <a:pt x="2147050" y="137294"/>
                  </a:lnTo>
                  <a:cubicBezTo>
                    <a:pt x="2146938" y="124234"/>
                    <a:pt x="2143953" y="114579"/>
                    <a:pt x="2138092" y="108328"/>
                  </a:cubicBezTo>
                  <a:cubicBezTo>
                    <a:pt x="2132232" y="102077"/>
                    <a:pt x="2123107" y="98952"/>
                    <a:pt x="2110717" y="98952"/>
                  </a:cubicBezTo>
                  <a:cubicBezTo>
                    <a:pt x="2100671" y="98952"/>
                    <a:pt x="2091853" y="101631"/>
                    <a:pt x="2084263" y="106989"/>
                  </a:cubicBezTo>
                  <a:cubicBezTo>
                    <a:pt x="2076673" y="112347"/>
                    <a:pt x="2070757" y="119379"/>
                    <a:pt x="2066515" y="128085"/>
                  </a:cubicBezTo>
                  <a:lnTo>
                    <a:pt x="2066515" y="257175"/>
                  </a:lnTo>
                  <a:lnTo>
                    <a:pt x="2035541" y="257175"/>
                  </a:lnTo>
                  <a:lnTo>
                    <a:pt x="2035541" y="76014"/>
                  </a:lnTo>
                  <a:lnTo>
                    <a:pt x="2064841" y="76014"/>
                  </a:lnTo>
                  <a:lnTo>
                    <a:pt x="2065846" y="98785"/>
                  </a:lnTo>
                  <a:cubicBezTo>
                    <a:pt x="2079687" y="81372"/>
                    <a:pt x="2097769" y="72666"/>
                    <a:pt x="2120094" y="72666"/>
                  </a:cubicBezTo>
                  <a:close/>
                  <a:moveTo>
                    <a:pt x="1678241" y="72666"/>
                  </a:moveTo>
                  <a:cubicBezTo>
                    <a:pt x="1701794" y="72666"/>
                    <a:pt x="1720099" y="80423"/>
                    <a:pt x="1733159" y="95938"/>
                  </a:cubicBezTo>
                  <a:cubicBezTo>
                    <a:pt x="1746219" y="111454"/>
                    <a:pt x="1752749" y="133666"/>
                    <a:pt x="1752749" y="162576"/>
                  </a:cubicBezTo>
                  <a:lnTo>
                    <a:pt x="1752749" y="175468"/>
                  </a:lnTo>
                  <a:lnTo>
                    <a:pt x="1630021" y="175468"/>
                  </a:lnTo>
                  <a:cubicBezTo>
                    <a:pt x="1630468" y="193328"/>
                    <a:pt x="1635686" y="207755"/>
                    <a:pt x="1645676" y="218749"/>
                  </a:cubicBezTo>
                  <a:cubicBezTo>
                    <a:pt x="1655666" y="229744"/>
                    <a:pt x="1668363" y="235241"/>
                    <a:pt x="1683767" y="235241"/>
                  </a:cubicBezTo>
                  <a:cubicBezTo>
                    <a:pt x="1694706" y="235241"/>
                    <a:pt x="1703970" y="233009"/>
                    <a:pt x="1711560" y="228544"/>
                  </a:cubicBezTo>
                  <a:cubicBezTo>
                    <a:pt x="1719151" y="224079"/>
                    <a:pt x="1725792" y="218163"/>
                    <a:pt x="1731485" y="210796"/>
                  </a:cubicBezTo>
                  <a:lnTo>
                    <a:pt x="1750405" y="225530"/>
                  </a:lnTo>
                  <a:cubicBezTo>
                    <a:pt x="1735224" y="248859"/>
                    <a:pt x="1712453" y="260524"/>
                    <a:pt x="1682092" y="260524"/>
                  </a:cubicBezTo>
                  <a:cubicBezTo>
                    <a:pt x="1657536" y="260524"/>
                    <a:pt x="1637556" y="252459"/>
                    <a:pt x="1622152" y="236330"/>
                  </a:cubicBezTo>
                  <a:cubicBezTo>
                    <a:pt x="1606748" y="220201"/>
                    <a:pt x="1599046" y="198630"/>
                    <a:pt x="1599046" y="171617"/>
                  </a:cubicBezTo>
                  <a:lnTo>
                    <a:pt x="1599046" y="165925"/>
                  </a:lnTo>
                  <a:cubicBezTo>
                    <a:pt x="1599046" y="147954"/>
                    <a:pt x="1602479" y="131908"/>
                    <a:pt x="1609343" y="117788"/>
                  </a:cubicBezTo>
                  <a:cubicBezTo>
                    <a:pt x="1616208" y="103668"/>
                    <a:pt x="1625807" y="92618"/>
                    <a:pt x="1638142" y="84637"/>
                  </a:cubicBezTo>
                  <a:cubicBezTo>
                    <a:pt x="1650476" y="76656"/>
                    <a:pt x="1663842" y="72666"/>
                    <a:pt x="1678241" y="72666"/>
                  </a:cubicBezTo>
                  <a:close/>
                  <a:moveTo>
                    <a:pt x="1129624" y="72666"/>
                  </a:moveTo>
                  <a:cubicBezTo>
                    <a:pt x="1150162" y="72666"/>
                    <a:pt x="1166822" y="77968"/>
                    <a:pt x="1179602" y="88572"/>
                  </a:cubicBezTo>
                  <a:cubicBezTo>
                    <a:pt x="1192383" y="99175"/>
                    <a:pt x="1198773" y="112737"/>
                    <a:pt x="1198773" y="129257"/>
                  </a:cubicBezTo>
                  <a:lnTo>
                    <a:pt x="1167631" y="129257"/>
                  </a:lnTo>
                  <a:cubicBezTo>
                    <a:pt x="1167631" y="120774"/>
                    <a:pt x="1164031" y="113463"/>
                    <a:pt x="1156831" y="107324"/>
                  </a:cubicBezTo>
                  <a:cubicBezTo>
                    <a:pt x="1149632" y="101185"/>
                    <a:pt x="1140563" y="98115"/>
                    <a:pt x="1129624" y="98115"/>
                  </a:cubicBezTo>
                  <a:cubicBezTo>
                    <a:pt x="1118350" y="98115"/>
                    <a:pt x="1109532" y="100571"/>
                    <a:pt x="1103170" y="105482"/>
                  </a:cubicBezTo>
                  <a:cubicBezTo>
                    <a:pt x="1096807" y="110393"/>
                    <a:pt x="1093626" y="116811"/>
                    <a:pt x="1093626" y="124737"/>
                  </a:cubicBezTo>
                  <a:cubicBezTo>
                    <a:pt x="1093626" y="132215"/>
                    <a:pt x="1096584" y="137852"/>
                    <a:pt x="1102500" y="141647"/>
                  </a:cubicBezTo>
                  <a:cubicBezTo>
                    <a:pt x="1108416" y="145442"/>
                    <a:pt x="1119104" y="149070"/>
                    <a:pt x="1134563" y="152530"/>
                  </a:cubicBezTo>
                  <a:cubicBezTo>
                    <a:pt x="1150023" y="155990"/>
                    <a:pt x="1162552" y="160120"/>
                    <a:pt x="1172151" y="164920"/>
                  </a:cubicBezTo>
                  <a:cubicBezTo>
                    <a:pt x="1181751" y="169720"/>
                    <a:pt x="1188867" y="175496"/>
                    <a:pt x="1193499" y="182249"/>
                  </a:cubicBezTo>
                  <a:cubicBezTo>
                    <a:pt x="1198131" y="189002"/>
                    <a:pt x="1200447" y="197234"/>
                    <a:pt x="1200447" y="206945"/>
                  </a:cubicBezTo>
                  <a:cubicBezTo>
                    <a:pt x="1200447" y="223131"/>
                    <a:pt x="1193973" y="236107"/>
                    <a:pt x="1181025" y="245873"/>
                  </a:cubicBezTo>
                  <a:cubicBezTo>
                    <a:pt x="1168077" y="255640"/>
                    <a:pt x="1151278" y="260524"/>
                    <a:pt x="1130628" y="260524"/>
                  </a:cubicBezTo>
                  <a:cubicBezTo>
                    <a:pt x="1116118" y="260524"/>
                    <a:pt x="1103281" y="257956"/>
                    <a:pt x="1092119" y="252822"/>
                  </a:cubicBezTo>
                  <a:cubicBezTo>
                    <a:pt x="1080957" y="247687"/>
                    <a:pt x="1072223" y="240516"/>
                    <a:pt x="1065916" y="231307"/>
                  </a:cubicBezTo>
                  <a:cubicBezTo>
                    <a:pt x="1059610" y="222098"/>
                    <a:pt x="1056456" y="212136"/>
                    <a:pt x="1056456" y="201420"/>
                  </a:cubicBezTo>
                  <a:lnTo>
                    <a:pt x="1087431" y="201420"/>
                  </a:lnTo>
                  <a:cubicBezTo>
                    <a:pt x="1087989" y="211801"/>
                    <a:pt x="1092147" y="220033"/>
                    <a:pt x="1099905" y="226116"/>
                  </a:cubicBezTo>
                  <a:cubicBezTo>
                    <a:pt x="1107662" y="232200"/>
                    <a:pt x="1117904" y="235241"/>
                    <a:pt x="1130628" y="235241"/>
                  </a:cubicBezTo>
                  <a:cubicBezTo>
                    <a:pt x="1142349" y="235241"/>
                    <a:pt x="1151753" y="232869"/>
                    <a:pt x="1158841" y="228126"/>
                  </a:cubicBezTo>
                  <a:cubicBezTo>
                    <a:pt x="1165929" y="223382"/>
                    <a:pt x="1169473" y="217047"/>
                    <a:pt x="1169473" y="209122"/>
                  </a:cubicBezTo>
                  <a:cubicBezTo>
                    <a:pt x="1169473" y="200751"/>
                    <a:pt x="1166319" y="194249"/>
                    <a:pt x="1160013" y="189616"/>
                  </a:cubicBezTo>
                  <a:cubicBezTo>
                    <a:pt x="1153706" y="184984"/>
                    <a:pt x="1142711" y="180994"/>
                    <a:pt x="1127029" y="177645"/>
                  </a:cubicBezTo>
                  <a:cubicBezTo>
                    <a:pt x="1111346" y="174296"/>
                    <a:pt x="1098900" y="170278"/>
                    <a:pt x="1089691" y="165590"/>
                  </a:cubicBezTo>
                  <a:cubicBezTo>
                    <a:pt x="1080483" y="160902"/>
                    <a:pt x="1073674" y="155321"/>
                    <a:pt x="1069265" y="148847"/>
                  </a:cubicBezTo>
                  <a:cubicBezTo>
                    <a:pt x="1064856" y="142373"/>
                    <a:pt x="1062651" y="134671"/>
                    <a:pt x="1062651" y="125741"/>
                  </a:cubicBezTo>
                  <a:cubicBezTo>
                    <a:pt x="1062651" y="110896"/>
                    <a:pt x="1068930" y="98338"/>
                    <a:pt x="1081487" y="88069"/>
                  </a:cubicBezTo>
                  <a:cubicBezTo>
                    <a:pt x="1094045" y="77800"/>
                    <a:pt x="1110090" y="72666"/>
                    <a:pt x="1129624" y="72666"/>
                  </a:cubicBezTo>
                  <a:close/>
                  <a:moveTo>
                    <a:pt x="942472" y="35831"/>
                  </a:moveTo>
                  <a:cubicBezTo>
                    <a:pt x="928855" y="35831"/>
                    <a:pt x="917916" y="41049"/>
                    <a:pt x="909656" y="51485"/>
                  </a:cubicBezTo>
                  <a:cubicBezTo>
                    <a:pt x="901396" y="61922"/>
                    <a:pt x="897266" y="75679"/>
                    <a:pt x="897266" y="92757"/>
                  </a:cubicBezTo>
                  <a:cubicBezTo>
                    <a:pt x="897266" y="109389"/>
                    <a:pt x="901256" y="123090"/>
                    <a:pt x="909237" y="133862"/>
                  </a:cubicBezTo>
                  <a:cubicBezTo>
                    <a:pt x="917218" y="144633"/>
                    <a:pt x="927906" y="150019"/>
                    <a:pt x="941300" y="150019"/>
                  </a:cubicBezTo>
                  <a:cubicBezTo>
                    <a:pt x="951681" y="150019"/>
                    <a:pt x="961253" y="146838"/>
                    <a:pt x="970015" y="140475"/>
                  </a:cubicBezTo>
                  <a:cubicBezTo>
                    <a:pt x="978777" y="134113"/>
                    <a:pt x="985168" y="126243"/>
                    <a:pt x="989186" y="116867"/>
                  </a:cubicBezTo>
                  <a:lnTo>
                    <a:pt x="989186" y="104477"/>
                  </a:lnTo>
                  <a:cubicBezTo>
                    <a:pt x="989186" y="84163"/>
                    <a:pt x="984777" y="67643"/>
                    <a:pt x="975959" y="54918"/>
                  </a:cubicBezTo>
                  <a:cubicBezTo>
                    <a:pt x="967141" y="42193"/>
                    <a:pt x="955979" y="35831"/>
                    <a:pt x="942472" y="35831"/>
                  </a:cubicBezTo>
                  <a:close/>
                  <a:moveTo>
                    <a:pt x="1349108" y="10046"/>
                  </a:moveTo>
                  <a:cubicBezTo>
                    <a:pt x="1355136" y="10046"/>
                    <a:pt x="1359712" y="11776"/>
                    <a:pt x="1362837" y="15237"/>
                  </a:cubicBezTo>
                  <a:cubicBezTo>
                    <a:pt x="1365963" y="18697"/>
                    <a:pt x="1367526" y="22938"/>
                    <a:pt x="1367526" y="27961"/>
                  </a:cubicBezTo>
                  <a:cubicBezTo>
                    <a:pt x="1367526" y="32984"/>
                    <a:pt x="1365963" y="37170"/>
                    <a:pt x="1362837" y="40519"/>
                  </a:cubicBezTo>
                  <a:cubicBezTo>
                    <a:pt x="1359712" y="43867"/>
                    <a:pt x="1355136" y="45542"/>
                    <a:pt x="1349108" y="45542"/>
                  </a:cubicBezTo>
                  <a:cubicBezTo>
                    <a:pt x="1343081" y="45542"/>
                    <a:pt x="1338532" y="43867"/>
                    <a:pt x="1335462" y="40519"/>
                  </a:cubicBezTo>
                  <a:cubicBezTo>
                    <a:pt x="1332393" y="37170"/>
                    <a:pt x="1330858" y="32984"/>
                    <a:pt x="1330858" y="27961"/>
                  </a:cubicBezTo>
                  <a:cubicBezTo>
                    <a:pt x="1330858" y="22938"/>
                    <a:pt x="1332393" y="18697"/>
                    <a:pt x="1335462" y="15237"/>
                  </a:cubicBezTo>
                  <a:cubicBezTo>
                    <a:pt x="1338532" y="11776"/>
                    <a:pt x="1343081" y="10046"/>
                    <a:pt x="1349108" y="10046"/>
                  </a:cubicBezTo>
                  <a:close/>
                  <a:moveTo>
                    <a:pt x="942305" y="10046"/>
                  </a:moveTo>
                  <a:cubicBezTo>
                    <a:pt x="966415" y="10046"/>
                    <a:pt x="985419" y="19060"/>
                    <a:pt x="999316" y="37086"/>
                  </a:cubicBezTo>
                  <a:cubicBezTo>
                    <a:pt x="1013212" y="55113"/>
                    <a:pt x="1020161" y="79698"/>
                    <a:pt x="1020161" y="110840"/>
                  </a:cubicBezTo>
                  <a:lnTo>
                    <a:pt x="1020161" y="119881"/>
                  </a:lnTo>
                  <a:cubicBezTo>
                    <a:pt x="1020161" y="167320"/>
                    <a:pt x="1010785" y="201950"/>
                    <a:pt x="992032" y="223772"/>
                  </a:cubicBezTo>
                  <a:cubicBezTo>
                    <a:pt x="973280" y="245594"/>
                    <a:pt x="944984" y="256784"/>
                    <a:pt x="907144" y="257342"/>
                  </a:cubicBezTo>
                  <a:lnTo>
                    <a:pt x="901117" y="257342"/>
                  </a:lnTo>
                  <a:lnTo>
                    <a:pt x="901117" y="231056"/>
                  </a:lnTo>
                  <a:lnTo>
                    <a:pt x="907647" y="231056"/>
                  </a:lnTo>
                  <a:cubicBezTo>
                    <a:pt x="933208" y="230611"/>
                    <a:pt x="952853" y="223956"/>
                    <a:pt x="966583" y="211089"/>
                  </a:cubicBezTo>
                  <a:cubicBezTo>
                    <a:pt x="980312" y="198223"/>
                    <a:pt x="987791" y="177866"/>
                    <a:pt x="989018" y="150019"/>
                  </a:cubicBezTo>
                  <a:cubicBezTo>
                    <a:pt x="982545" y="157721"/>
                    <a:pt x="974815" y="163916"/>
                    <a:pt x="965829" y="168604"/>
                  </a:cubicBezTo>
                  <a:cubicBezTo>
                    <a:pt x="956844" y="173292"/>
                    <a:pt x="946993" y="175636"/>
                    <a:pt x="936278" y="175636"/>
                  </a:cubicBezTo>
                  <a:cubicBezTo>
                    <a:pt x="922213" y="175636"/>
                    <a:pt x="909963" y="172176"/>
                    <a:pt x="899526" y="165255"/>
                  </a:cubicBezTo>
                  <a:cubicBezTo>
                    <a:pt x="889090" y="158335"/>
                    <a:pt x="881025" y="148596"/>
                    <a:pt x="875332" y="136038"/>
                  </a:cubicBezTo>
                  <a:cubicBezTo>
                    <a:pt x="869640" y="123481"/>
                    <a:pt x="866793" y="109612"/>
                    <a:pt x="866793" y="94431"/>
                  </a:cubicBezTo>
                  <a:cubicBezTo>
                    <a:pt x="866793" y="78135"/>
                    <a:pt x="869891" y="63457"/>
                    <a:pt x="876086" y="50397"/>
                  </a:cubicBezTo>
                  <a:cubicBezTo>
                    <a:pt x="882281" y="37338"/>
                    <a:pt x="891071" y="27347"/>
                    <a:pt x="902456" y="20427"/>
                  </a:cubicBezTo>
                  <a:cubicBezTo>
                    <a:pt x="913842" y="13506"/>
                    <a:pt x="927125" y="10046"/>
                    <a:pt x="942305" y="10046"/>
                  </a:cubicBezTo>
                  <a:close/>
                  <a:moveTo>
                    <a:pt x="1530771" y="0"/>
                  </a:moveTo>
                  <a:lnTo>
                    <a:pt x="1561746" y="0"/>
                  </a:lnTo>
                  <a:lnTo>
                    <a:pt x="1561746" y="257175"/>
                  </a:lnTo>
                  <a:lnTo>
                    <a:pt x="1533283" y="257175"/>
                  </a:lnTo>
                  <a:lnTo>
                    <a:pt x="1531776" y="237753"/>
                  </a:lnTo>
                  <a:cubicBezTo>
                    <a:pt x="1519386" y="252933"/>
                    <a:pt x="1502141" y="260524"/>
                    <a:pt x="1480040" y="260524"/>
                  </a:cubicBezTo>
                  <a:cubicBezTo>
                    <a:pt x="1459055" y="260524"/>
                    <a:pt x="1441949" y="251929"/>
                    <a:pt x="1428722" y="234739"/>
                  </a:cubicBezTo>
                  <a:cubicBezTo>
                    <a:pt x="1415495" y="217549"/>
                    <a:pt x="1408881" y="195114"/>
                    <a:pt x="1408881" y="167432"/>
                  </a:cubicBezTo>
                  <a:lnTo>
                    <a:pt x="1408881" y="165088"/>
                  </a:lnTo>
                  <a:cubicBezTo>
                    <a:pt x="1408881" y="137294"/>
                    <a:pt x="1415467" y="114942"/>
                    <a:pt x="1428638" y="98031"/>
                  </a:cubicBezTo>
                  <a:cubicBezTo>
                    <a:pt x="1441809" y="81121"/>
                    <a:pt x="1459055" y="72666"/>
                    <a:pt x="1480375" y="72666"/>
                  </a:cubicBezTo>
                  <a:cubicBezTo>
                    <a:pt x="1501583" y="72666"/>
                    <a:pt x="1518381" y="79921"/>
                    <a:pt x="1530771" y="94431"/>
                  </a:cubicBezTo>
                  <a:close/>
                  <a:moveTo>
                    <a:pt x="1247645" y="0"/>
                  </a:moveTo>
                  <a:lnTo>
                    <a:pt x="1278619" y="0"/>
                  </a:lnTo>
                  <a:lnTo>
                    <a:pt x="1278619" y="257175"/>
                  </a:lnTo>
                  <a:lnTo>
                    <a:pt x="1247645" y="257175"/>
                  </a:lnTo>
                  <a:close/>
                </a:path>
              </a:pathLst>
            </a:custGeom>
            <a:solidFill>
              <a:srgbClr val="BFBFB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700" b="0" i="0" u="none" strike="noStrike" cap="none">
                <a:solidFill>
                  <a:srgbClr val="BFBFBF"/>
                </a:solidFill>
                <a:latin typeface="Oi"/>
                <a:ea typeface="Oi"/>
                <a:cs typeface="Oi"/>
                <a:sym typeface="Oi"/>
              </a:endParaRPr>
            </a:p>
          </p:txBody>
        </p:sp>
        <p:sp>
          <p:nvSpPr>
            <p:cNvPr id="19" name="Google Shape;19;p8"/>
            <p:cNvSpPr/>
            <p:nvPr/>
          </p:nvSpPr>
          <p:spPr>
            <a:xfrm>
              <a:off x="-2202100" y="-2224223"/>
              <a:ext cx="16596200" cy="11284323"/>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i"/>
                <a:ea typeface="Oi"/>
                <a:cs typeface="Oi"/>
                <a:sym typeface="Oi"/>
              </a:endParaRPr>
            </a:p>
          </p:txBody>
        </p:sp>
      </p:gr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pic>
        <p:nvPicPr>
          <p:cNvPr id="59" name="Google Shape;59;p1"/>
          <p:cNvPicPr preferRelativeResize="0"/>
          <p:nvPr/>
        </p:nvPicPr>
        <p:blipFill rotWithShape="1">
          <a:blip r:embed="rId3">
            <a:alphaModFix/>
          </a:blip>
          <a:srcRect/>
          <a:stretch/>
        </p:blipFill>
        <p:spPr>
          <a:xfrm>
            <a:off x="-263300" y="-147937"/>
            <a:ext cx="12192000" cy="6858000"/>
          </a:xfrm>
          <a:prstGeom prst="rect">
            <a:avLst/>
          </a:prstGeom>
          <a:noFill/>
          <a:ln>
            <a:noFill/>
          </a:ln>
        </p:spPr>
      </p:pic>
      <p:sp>
        <p:nvSpPr>
          <p:cNvPr id="61" name="Google Shape;61;p1"/>
          <p:cNvSpPr txBox="1"/>
          <p:nvPr/>
        </p:nvSpPr>
        <p:spPr>
          <a:xfrm>
            <a:off x="304800" y="1773588"/>
            <a:ext cx="4626428" cy="615553"/>
          </a:xfrm>
          <a:prstGeom prst="rect">
            <a:avLst/>
          </a:prstGeom>
          <a:noFill/>
          <a:ln>
            <a:noFill/>
          </a:ln>
        </p:spPr>
        <p:txBody>
          <a:bodyPr spcFirstLastPara="1" wrap="square" lIns="0" tIns="0" rIns="0" bIns="0" anchor="t" anchorCtr="0">
            <a:spAutoFit/>
          </a:bodyPr>
          <a:lstStyle/>
          <a:p>
            <a:pPr lvl="0"/>
            <a:r>
              <a:rPr lang="vi-VN" sz="4000" b="1" dirty="0">
                <a:solidFill>
                  <a:srgbClr val="154A8D"/>
                </a:solidFill>
                <a:latin typeface="+mj-lt"/>
              </a:rPr>
              <a:t>Lập trình Java</a:t>
            </a:r>
          </a:p>
        </p:txBody>
      </p:sp>
      <p:pic>
        <p:nvPicPr>
          <p:cNvPr id="63" name="Google Shape;63;p1"/>
          <p:cNvPicPr preferRelativeResize="0"/>
          <p:nvPr/>
        </p:nvPicPr>
        <p:blipFill rotWithShape="1">
          <a:blip r:embed="rId4">
            <a:alphaModFix/>
          </a:blip>
          <a:srcRect/>
          <a:stretch/>
        </p:blipFill>
        <p:spPr>
          <a:xfrm>
            <a:off x="4681850" y="914400"/>
            <a:ext cx="7445124" cy="5029200"/>
          </a:xfrm>
          <a:prstGeom prst="rect">
            <a:avLst/>
          </a:prstGeom>
          <a:noFill/>
          <a:ln>
            <a:noFill/>
          </a:ln>
        </p:spPr>
      </p:pic>
      <p:pic>
        <p:nvPicPr>
          <p:cNvPr id="64" name="Google Shape;64;p1"/>
          <p:cNvPicPr preferRelativeResize="0"/>
          <p:nvPr/>
        </p:nvPicPr>
        <p:blipFill rotWithShape="1">
          <a:blip r:embed="rId5">
            <a:alphaModFix/>
          </a:blip>
          <a:srcRect/>
          <a:stretch/>
        </p:blipFill>
        <p:spPr>
          <a:xfrm>
            <a:off x="304800" y="228600"/>
            <a:ext cx="1143000" cy="821245"/>
          </a:xfrm>
          <a:prstGeom prst="rect">
            <a:avLst/>
          </a:prstGeom>
          <a:noFill/>
          <a:ln>
            <a:noFill/>
          </a:ln>
        </p:spPr>
      </p:pic>
      <p:sp>
        <p:nvSpPr>
          <p:cNvPr id="10" name="object 393"/>
          <p:cNvSpPr/>
          <p:nvPr/>
        </p:nvSpPr>
        <p:spPr>
          <a:xfrm>
            <a:off x="-266700" y="4067031"/>
            <a:ext cx="2753046" cy="237641"/>
          </a:xfrm>
          <a:custGeom>
            <a:avLst/>
            <a:gdLst/>
            <a:ahLst/>
            <a:cxnLst/>
            <a:rect l="l" t="t" r="r" b="b"/>
            <a:pathLst>
              <a:path w="3429000" h="247014">
                <a:moveTo>
                  <a:pt x="3429000" y="0"/>
                </a:moveTo>
                <a:lnTo>
                  <a:pt x="0" y="0"/>
                </a:lnTo>
                <a:lnTo>
                  <a:pt x="0" y="246887"/>
                </a:lnTo>
                <a:lnTo>
                  <a:pt x="3429000" y="246887"/>
                </a:lnTo>
                <a:lnTo>
                  <a:pt x="3429000" y="0"/>
                </a:lnTo>
                <a:close/>
              </a:path>
            </a:pathLst>
          </a:custGeom>
          <a:solidFill>
            <a:srgbClr val="36365C"/>
          </a:solidFill>
        </p:spPr>
        <p:txBody>
          <a:bodyPr wrap="square" lIns="0" tIns="0" rIns="0" bIns="0" rtlCol="0"/>
          <a:lstStyle/>
          <a:p>
            <a:endParaRPr/>
          </a:p>
        </p:txBody>
      </p:sp>
      <p:sp>
        <p:nvSpPr>
          <p:cNvPr id="12" name="object 403"/>
          <p:cNvSpPr txBox="1"/>
          <p:nvPr/>
        </p:nvSpPr>
        <p:spPr>
          <a:xfrm>
            <a:off x="304800" y="4067031"/>
            <a:ext cx="2479401" cy="228268"/>
          </a:xfrm>
          <a:prstGeom prst="rect">
            <a:avLst/>
          </a:prstGeom>
        </p:spPr>
        <p:txBody>
          <a:bodyPr vert="horz" wrap="square" lIns="0" tIns="12700" rIns="0" bIns="0" rtlCol="0">
            <a:spAutoFit/>
          </a:bodyPr>
          <a:lstStyle/>
          <a:p>
            <a:pPr marL="12700">
              <a:lnSpc>
                <a:spcPct val="100000"/>
              </a:lnSpc>
              <a:spcBef>
                <a:spcPts val="100"/>
              </a:spcBef>
            </a:pPr>
            <a:r>
              <a:rPr lang="vi-VN" dirty="0" smtClean="0">
                <a:solidFill>
                  <a:schemeClr val="bg1"/>
                </a:solidFill>
                <a:latin typeface="+mn-lt"/>
                <a:cs typeface="Times New Roman"/>
              </a:rPr>
              <a:t>GV Nguyễn Đắc Kiên</a:t>
            </a:r>
            <a:endParaRPr dirty="0">
              <a:solidFill>
                <a:schemeClr val="bg1"/>
              </a:solidFill>
              <a:latin typeface="+mn-lt"/>
              <a:cs typeface="Times New Roman"/>
            </a:endParaRPr>
          </a:p>
        </p:txBody>
      </p:sp>
      <p:sp>
        <p:nvSpPr>
          <p:cNvPr id="8" name="Google Shape;61;p1"/>
          <p:cNvSpPr txBox="1"/>
          <p:nvPr/>
        </p:nvSpPr>
        <p:spPr>
          <a:xfrm>
            <a:off x="1270884" y="2612533"/>
            <a:ext cx="4626428" cy="615553"/>
          </a:xfrm>
          <a:prstGeom prst="rect">
            <a:avLst/>
          </a:prstGeom>
          <a:noFill/>
          <a:ln>
            <a:noFill/>
          </a:ln>
        </p:spPr>
        <p:txBody>
          <a:bodyPr spcFirstLastPara="1" wrap="square" lIns="0" tIns="0" rIns="0" bIns="0" anchor="t" anchorCtr="0">
            <a:spAutoFit/>
          </a:bodyPr>
          <a:lstStyle/>
          <a:p>
            <a:pPr lvl="0"/>
            <a:r>
              <a:rPr lang="en-US" sz="4000" b="1" dirty="0" smtClean="0">
                <a:solidFill>
                  <a:srgbClr val="154A8D"/>
                </a:solidFill>
                <a:latin typeface="Times New Roman" panose="02020603050405020304" pitchFamily="18" charset="0"/>
                <a:cs typeface="Times New Roman" panose="02020603050405020304" pitchFamily="18" charset="0"/>
              </a:rPr>
              <a:t>Java script</a:t>
            </a:r>
            <a:endParaRPr lang="vi-VN" sz="4000" b="1" dirty="0">
              <a:solidFill>
                <a:srgbClr val="154A8D"/>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248988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smtClean="0">
                <a:latin typeface="Times New Roman" panose="02020603050405020304" pitchFamily="18" charset="0"/>
                <a:cs typeface="Times New Roman" panose="02020603050405020304" pitchFamily="18" charset="0"/>
              </a:rPr>
              <a:t>1 </a:t>
            </a:r>
            <a:r>
              <a:rPr lang="en-US" sz="2800" b="1" dirty="0" err="1" smtClean="0">
                <a:latin typeface="Times New Roman" panose="02020603050405020304" pitchFamily="18" charset="0"/>
                <a:cs typeface="Times New Roman" panose="02020603050405020304" pitchFamily="18" charset="0"/>
              </a:rPr>
              <a:t>Javascript</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pPr marL="571500" indent="-457200">
              <a:buFont typeface="+mj-lt"/>
              <a:buAutoNum type="arabicPeriod"/>
            </a:pPr>
            <a:r>
              <a:rPr lang="en-US" sz="2400" dirty="0" err="1" smtClean="0">
                <a:latin typeface="Times New Roman" panose="02020603050405020304" pitchFamily="18" charset="0"/>
                <a:cs typeface="Times New Roman" panose="02020603050405020304" pitchFamily="18" charset="0"/>
              </a:rPr>
              <a:t>Giới</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thiệu</a:t>
            </a:r>
            <a:endParaRPr lang="en-US" sz="2400" dirty="0" smtClean="0">
              <a:latin typeface="Times New Roman" panose="02020603050405020304" pitchFamily="18" charset="0"/>
              <a:cs typeface="Times New Roman" panose="02020603050405020304" pitchFamily="18" charset="0"/>
            </a:endParaRPr>
          </a:p>
          <a:p>
            <a:pPr marL="571500" indent="-457200">
              <a:buFont typeface="+mj-lt"/>
              <a:buAutoNum type="arabicPeriod"/>
            </a:pPr>
            <a:r>
              <a:rPr lang="en-US" sz="2400" dirty="0" err="1" smtClean="0">
                <a:latin typeface="Times New Roman" panose="02020603050405020304" pitchFamily="18" charset="0"/>
                <a:cs typeface="Times New Roman" panose="02020603050405020304" pitchFamily="18" charset="0"/>
              </a:rPr>
              <a:t>Cách</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sử</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dụng</a:t>
            </a:r>
            <a:endParaRPr lang="en-US" sz="2400" dirty="0" smtClean="0">
              <a:latin typeface="Times New Roman" panose="02020603050405020304" pitchFamily="18" charset="0"/>
              <a:cs typeface="Times New Roman" panose="02020603050405020304" pitchFamily="18" charset="0"/>
            </a:endParaRPr>
          </a:p>
          <a:p>
            <a:pPr marL="571500" indent="-457200">
              <a:buFont typeface="+mj-lt"/>
              <a:buAutoNum type="arabicPeriod"/>
            </a:pPr>
            <a:r>
              <a:rPr lang="en-US" sz="2400" dirty="0" err="1" smtClean="0">
                <a:latin typeface="Times New Roman" panose="02020603050405020304" pitchFamily="18" charset="0"/>
                <a:cs typeface="Times New Roman" panose="02020603050405020304" pitchFamily="18" charset="0"/>
              </a:rPr>
              <a:t>Các</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khái</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niệm</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cơ</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bản</a:t>
            </a:r>
            <a:endParaRPr lang="en-US" sz="2400" dirty="0" smtClean="0">
              <a:latin typeface="Times New Roman" panose="02020603050405020304" pitchFamily="18" charset="0"/>
              <a:cs typeface="Times New Roman" panose="02020603050405020304" pitchFamily="18" charset="0"/>
            </a:endParaRPr>
          </a:p>
          <a:p>
            <a:pPr marL="571500" indent="-457200">
              <a:buFont typeface="+mj-lt"/>
              <a:buAutoNum type="arabicPeriod"/>
            </a:pPr>
            <a:r>
              <a:rPr lang="en-US" sz="2400" dirty="0" err="1" smtClean="0">
                <a:latin typeface="Times New Roman" panose="02020603050405020304" pitchFamily="18" charset="0"/>
                <a:cs typeface="Times New Roman" panose="02020603050405020304" pitchFamily="18" charset="0"/>
              </a:rPr>
              <a:t>Tương</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tác</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với</a:t>
            </a:r>
            <a:r>
              <a:rPr lang="en-US" sz="2400" dirty="0" smtClean="0">
                <a:latin typeface="Times New Roman" panose="02020603050405020304" pitchFamily="18" charset="0"/>
                <a:cs typeface="Times New Roman" panose="02020603050405020304" pitchFamily="18" charset="0"/>
              </a:rPr>
              <a:t> DOM</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1093093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smtClean="0">
                <a:latin typeface="Times New Roman" panose="02020603050405020304" pitchFamily="18" charset="0"/>
                <a:cs typeface="Times New Roman" panose="02020603050405020304" pitchFamily="18" charset="0"/>
              </a:rPr>
              <a:t>1.1 </a:t>
            </a:r>
            <a:r>
              <a:rPr lang="en-US" sz="2800" b="1" dirty="0" err="1" smtClean="0">
                <a:latin typeface="Times New Roman" panose="02020603050405020304" pitchFamily="18" charset="0"/>
                <a:cs typeface="Times New Roman" panose="02020603050405020304" pitchFamily="18" charset="0"/>
              </a:rPr>
              <a:t>Giới</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thiệu</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vi-VN" sz="2400" dirty="0">
                <a:latin typeface="Times New Roman" panose="02020603050405020304" pitchFamily="18" charset="0"/>
                <a:cs typeface="Times New Roman" panose="02020603050405020304" pitchFamily="18" charset="0"/>
              </a:rPr>
              <a:t>JavaScript (JS) là một ngôn ngữ lập trình động, thường được sử dụng để phát triển các trang web và ứng dụng web. JavaScript chủ yếu được sử dụng để tạo các tương tác và chức năng động trên trang web, giúp trang web trở nên sinh động và tương tác với </a:t>
            </a:r>
            <a:r>
              <a:rPr lang="vi-VN" sz="2400" dirty="0" smtClean="0">
                <a:latin typeface="Times New Roman" panose="02020603050405020304" pitchFamily="18" charset="0"/>
                <a:cs typeface="Times New Roman" panose="02020603050405020304" pitchFamily="18" charset="0"/>
              </a:rPr>
              <a:t>người </a:t>
            </a:r>
            <a:r>
              <a:rPr lang="vi-VN" sz="2400" dirty="0">
                <a:latin typeface="Times New Roman" panose="02020603050405020304" pitchFamily="18" charset="0"/>
                <a:cs typeface="Times New Roman" panose="02020603050405020304" pitchFamily="18" charset="0"/>
              </a:rPr>
              <a:t>dùng theo cách tự nhiên hơn</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điểm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JavaScript</a:t>
            </a:r>
            <a:r>
              <a:rPr lang="en-US" sz="2400" dirty="0" smtClean="0">
                <a:latin typeface="Times New Roman" panose="02020603050405020304" pitchFamily="18" charset="0"/>
                <a:cs typeface="Times New Roman" panose="02020603050405020304" pitchFamily="18" charset="0"/>
              </a:rPr>
              <a:t>:</a:t>
            </a:r>
          </a:p>
          <a:p>
            <a:pPr marL="1028700" lvl="1" indent="-457200">
              <a:buFont typeface="+mj-lt"/>
              <a:buAutoNum type="arabicPeriod"/>
            </a:pPr>
            <a:r>
              <a:rPr lang="vi-VN" sz="2000" b="1" dirty="0">
                <a:latin typeface="Times New Roman" panose="02020603050405020304" pitchFamily="18" charset="0"/>
                <a:cs typeface="Times New Roman" panose="02020603050405020304" pitchFamily="18" charset="0"/>
              </a:rPr>
              <a:t>Lập trình phía client: </a:t>
            </a:r>
            <a:r>
              <a:rPr lang="vi-VN" sz="2000" dirty="0">
                <a:latin typeface="Times New Roman" panose="02020603050405020304" pitchFamily="18" charset="0"/>
                <a:cs typeface="Times New Roman" panose="02020603050405020304" pitchFamily="18" charset="0"/>
              </a:rPr>
              <a:t>JavaScript thường chạy trực tiếp trên trình duyệt của người dùng, giúp tạo các tương tác mà không cần phải gửi yêu cầu đến máy chủ</a:t>
            </a:r>
            <a:r>
              <a:rPr lang="vi-VN"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marL="1028700" lvl="1" indent="-457200">
              <a:buFont typeface="+mj-lt"/>
              <a:buAutoNum type="arabicPeriod"/>
            </a:pPr>
            <a:r>
              <a:rPr lang="vi-VN" sz="2000" b="1" dirty="0" smtClean="0">
                <a:latin typeface="Times New Roman" panose="02020603050405020304" pitchFamily="18" charset="0"/>
                <a:cs typeface="Times New Roman" panose="02020603050405020304" pitchFamily="18" charset="0"/>
              </a:rPr>
              <a:t>Tương </a:t>
            </a:r>
            <a:r>
              <a:rPr lang="vi-VN" sz="2000" b="1" dirty="0">
                <a:latin typeface="Times New Roman" panose="02020603050405020304" pitchFamily="18" charset="0"/>
                <a:cs typeface="Times New Roman" panose="02020603050405020304" pitchFamily="18" charset="0"/>
              </a:rPr>
              <a:t>tác người dùng: </a:t>
            </a:r>
            <a:r>
              <a:rPr lang="vi-VN" sz="2000" dirty="0">
                <a:latin typeface="Times New Roman" panose="02020603050405020304" pitchFamily="18" charset="0"/>
                <a:cs typeface="Times New Roman" panose="02020603050405020304" pitchFamily="18" charset="0"/>
              </a:rPr>
              <a:t>JavaScript có thể xử lý các sự kiện người dùng như nhấp chuột, di chuột, nhập liệu và thay đổi nội dung của trang mà không cần tải lại toàn bộ trang</a:t>
            </a:r>
            <a:r>
              <a:rPr lang="vi-VN"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marL="1028700" lvl="1" indent="-457200">
              <a:buFont typeface="+mj-lt"/>
              <a:buAutoNum type="arabicPeriod"/>
            </a:pPr>
            <a:r>
              <a:rPr lang="vi-VN" sz="2000" b="1" dirty="0" smtClean="0">
                <a:latin typeface="Times New Roman" panose="02020603050405020304" pitchFamily="18" charset="0"/>
                <a:cs typeface="Times New Roman" panose="02020603050405020304" pitchFamily="18" charset="0"/>
              </a:rPr>
              <a:t>Khả </a:t>
            </a:r>
            <a:r>
              <a:rPr lang="vi-VN" sz="2000" b="1" dirty="0">
                <a:latin typeface="Times New Roman" panose="02020603050405020304" pitchFamily="18" charset="0"/>
                <a:cs typeface="Times New Roman" panose="02020603050405020304" pitchFamily="18" charset="0"/>
              </a:rPr>
              <a:t>năng thay đổi nội dung động: </a:t>
            </a:r>
            <a:r>
              <a:rPr lang="vi-VN" sz="2000" dirty="0">
                <a:latin typeface="Times New Roman" panose="02020603050405020304" pitchFamily="18" charset="0"/>
                <a:cs typeface="Times New Roman" panose="02020603050405020304" pitchFamily="18" charset="0"/>
              </a:rPr>
              <a:t>JavaScript có thể thay đổi cấu trúc của trang web (DOM) mà không cần phải tải lại trang (còn gọi là AJAX</a:t>
            </a:r>
            <a:r>
              <a:rPr lang="vi-VN"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marL="1028700" lvl="1" indent="-457200">
              <a:buFont typeface="+mj-lt"/>
              <a:buAutoNum type="arabicPeriod"/>
            </a:pPr>
            <a:r>
              <a:rPr lang="vi-VN" sz="2000" b="1" dirty="0" smtClean="0">
                <a:latin typeface="Times New Roman" panose="02020603050405020304" pitchFamily="18" charset="0"/>
                <a:cs typeface="Times New Roman" panose="02020603050405020304" pitchFamily="18" charset="0"/>
              </a:rPr>
              <a:t>Dễ </a:t>
            </a:r>
            <a:r>
              <a:rPr lang="vi-VN" sz="2000" b="1" dirty="0">
                <a:latin typeface="Times New Roman" panose="02020603050405020304" pitchFamily="18" charset="0"/>
                <a:cs typeface="Times New Roman" panose="02020603050405020304" pitchFamily="18" charset="0"/>
              </a:rPr>
              <a:t>tích hợp với HTML và CSS: </a:t>
            </a:r>
            <a:r>
              <a:rPr lang="vi-VN" sz="2000" dirty="0">
                <a:latin typeface="Times New Roman" panose="02020603050405020304" pitchFamily="18" charset="0"/>
                <a:cs typeface="Times New Roman" panose="02020603050405020304" pitchFamily="18" charset="0"/>
              </a:rPr>
              <a:t>JavaScript có thể làm việc chặt chẽ với HTML để thay đổi nội dung và với CSS để điều chỉnh giao diện theo yêu cầu.</a:t>
            </a:r>
            <a:endParaRPr lang="en-US" sz="20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1997893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1.1 </a:t>
            </a:r>
            <a:r>
              <a:rPr lang="en-US" sz="2800" b="1" dirty="0" err="1">
                <a:latin typeface="Times New Roman" panose="02020603050405020304" pitchFamily="18" charset="0"/>
                <a:cs typeface="Times New Roman" panose="02020603050405020304" pitchFamily="18" charset="0"/>
              </a:rPr>
              <a:t>Giới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thiệu</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5557591" cy="4563920"/>
          </a:xfrm>
        </p:spPr>
        <p:txBody>
          <a:bodyPr>
            <a:normAutofit/>
          </a:bodyPr>
          <a:lstStyle/>
          <a:p>
            <a:pPr marL="114300" indent="0">
              <a:buNone/>
            </a:pPr>
            <a:r>
              <a:rPr lang="en-US" sz="2400" b="1" dirty="0" err="1">
                <a:latin typeface="Times New Roman" panose="02020603050405020304" pitchFamily="18" charset="0"/>
                <a:cs typeface="Times New Roman" panose="02020603050405020304" pitchFamily="18" charset="0"/>
              </a:rPr>
              <a:t>Ví</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dụ</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về</a:t>
            </a:r>
            <a:r>
              <a:rPr lang="en-US" sz="2400" b="1" dirty="0">
                <a:latin typeface="Times New Roman" panose="02020603050405020304" pitchFamily="18" charset="0"/>
                <a:cs typeface="Times New Roman" panose="02020603050405020304" pitchFamily="18" charset="0"/>
              </a:rPr>
              <a:t> JavaScript</a:t>
            </a:r>
            <a:r>
              <a:rPr lang="en-US" sz="2400" b="1" dirty="0" smtClean="0">
                <a:latin typeface="Times New Roman" panose="02020603050405020304" pitchFamily="18" charset="0"/>
                <a:cs typeface="Times New Roman" panose="02020603050405020304" pitchFamily="18" charset="0"/>
              </a:rPr>
              <a:t>:</a:t>
            </a:r>
          </a:p>
          <a:p>
            <a:r>
              <a:rPr lang="vi-VN" sz="2400" dirty="0">
                <a:latin typeface="Times New Roman" panose="02020603050405020304" pitchFamily="18" charset="0"/>
                <a:cs typeface="Times New Roman" panose="02020603050405020304" pitchFamily="18" charset="0"/>
              </a:rPr>
              <a:t>Trong ví </a:t>
            </a:r>
            <a:r>
              <a:rPr lang="vi-VN" sz="2400" dirty="0" smtClean="0">
                <a:latin typeface="Times New Roman" panose="02020603050405020304" pitchFamily="18" charset="0"/>
                <a:cs typeface="Times New Roman" panose="02020603050405020304" pitchFamily="18" charset="0"/>
              </a:rPr>
              <a:t>dụ:</a:t>
            </a:r>
            <a:endParaRPr lang="en-US" sz="2400" dirty="0" smtClean="0">
              <a:latin typeface="Times New Roman" panose="02020603050405020304" pitchFamily="18" charset="0"/>
              <a:cs typeface="Times New Roman" panose="02020603050405020304" pitchFamily="18" charset="0"/>
            </a:endParaRPr>
          </a:p>
          <a:p>
            <a:pPr lvl="1"/>
            <a:r>
              <a:rPr lang="vi-VN" sz="2000" dirty="0" smtClean="0">
                <a:latin typeface="Times New Roman" panose="02020603050405020304" pitchFamily="18" charset="0"/>
                <a:cs typeface="Times New Roman" panose="02020603050405020304" pitchFamily="18" charset="0"/>
              </a:rPr>
              <a:t>&lt;</a:t>
            </a:r>
            <a:r>
              <a:rPr lang="vi-VN" sz="2000" dirty="0">
                <a:latin typeface="Times New Roman" panose="02020603050405020304" pitchFamily="18" charset="0"/>
                <a:cs typeface="Times New Roman" panose="02020603050405020304" pitchFamily="18" charset="0"/>
              </a:rPr>
              <a:t>button&gt;: Tạo một nút mà người dùng có thể nhấn</a:t>
            </a:r>
            <a:r>
              <a:rPr lang="vi-VN"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lvl="1"/>
            <a:r>
              <a:rPr lang="vi-VN" sz="2000" dirty="0" smtClean="0">
                <a:latin typeface="Times New Roman" panose="02020603050405020304" pitchFamily="18" charset="0"/>
                <a:cs typeface="Times New Roman" panose="02020603050405020304" pitchFamily="18" charset="0"/>
              </a:rPr>
              <a:t>onclick</a:t>
            </a:r>
            <a:r>
              <a:rPr lang="vi-VN" sz="2000" dirty="0">
                <a:latin typeface="Times New Roman" panose="02020603050405020304" pitchFamily="18" charset="0"/>
                <a:cs typeface="Times New Roman" panose="02020603050405020304" pitchFamily="18" charset="0"/>
              </a:rPr>
              <a:t>="displayMessage()": Khi người dùng nhấn vào nút, hàm displayMessage() trong JavaScript được gọi, hiển thị một hộp thông báo</a:t>
            </a:r>
            <a:r>
              <a:rPr lang="vi-VN"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lvl="1"/>
            <a:r>
              <a:rPr lang="vi-VN" sz="2000" dirty="0" smtClean="0">
                <a:latin typeface="Times New Roman" panose="02020603050405020304" pitchFamily="18" charset="0"/>
                <a:cs typeface="Times New Roman" panose="02020603050405020304" pitchFamily="18" charset="0"/>
              </a:rPr>
              <a:t>alert</a:t>
            </a:r>
            <a:r>
              <a:rPr lang="vi-VN" sz="2000" dirty="0">
                <a:latin typeface="Times New Roman" panose="02020603050405020304" pitchFamily="18" charset="0"/>
                <a:cs typeface="Times New Roman" panose="02020603050405020304" pitchFamily="18" charset="0"/>
              </a:rPr>
              <a:t>(): Là một phương thức trong JavaScript để hiển thị thông báo cho người dùng.</a:t>
            </a:r>
            <a:endParaRPr lang="en-US" sz="20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6395791" y="1622683"/>
            <a:ext cx="5299349" cy="3263199"/>
          </a:xfrm>
          <a:prstGeom prst="rect">
            <a:avLst/>
          </a:prstGeom>
        </p:spPr>
      </p:pic>
      <p:pic>
        <p:nvPicPr>
          <p:cNvPr id="6" name="Picture 5"/>
          <p:cNvPicPr>
            <a:picLocks noChangeAspect="1"/>
          </p:cNvPicPr>
          <p:nvPr/>
        </p:nvPicPr>
        <p:blipFill>
          <a:blip r:embed="rId6"/>
          <a:stretch>
            <a:fillRect/>
          </a:stretch>
        </p:blipFill>
        <p:spPr>
          <a:xfrm>
            <a:off x="2782251" y="4978904"/>
            <a:ext cx="6627497" cy="1879096"/>
          </a:xfrm>
          <a:prstGeom prst="rect">
            <a:avLst/>
          </a:prstGeom>
        </p:spPr>
      </p:pic>
    </p:spTree>
    <p:extLst>
      <p:ext uri="{BB962C8B-B14F-4D97-AF65-F5344CB8AC3E}">
        <p14:creationId xmlns:p14="http://schemas.microsoft.com/office/powerpoint/2010/main" val="4252048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smtClean="0">
                <a:latin typeface="Times New Roman" panose="02020603050405020304" pitchFamily="18" charset="0"/>
                <a:cs typeface="Times New Roman" panose="02020603050405020304" pitchFamily="18" charset="0"/>
              </a:rPr>
              <a:t>2 </a:t>
            </a:r>
            <a:r>
              <a:rPr lang="en-US" sz="2800" b="1" dirty="0" err="1" smtClean="0">
                <a:latin typeface="Times New Roman" panose="02020603050405020304" pitchFamily="18" charset="0"/>
                <a:cs typeface="Times New Roman" panose="02020603050405020304" pitchFamily="18" charset="0"/>
              </a:rPr>
              <a:t>Cách</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sử</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dụng</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vi-VN" sz="2400" dirty="0">
                <a:latin typeface="Times New Roman" panose="02020603050405020304" pitchFamily="18" charset="0"/>
                <a:cs typeface="Times New Roman" panose="02020603050405020304" pitchFamily="18" charset="0"/>
              </a:rPr>
              <a:t>Để sử dụng JavaScript trong HTML, bạn có thể tích hợp mã JavaScript vào các phần tử HTML theo ba cách chính: inline, internal và external. </a:t>
            </a:r>
            <a:endParaRPr lang="en-US" sz="2400" dirty="0" smtClean="0">
              <a:latin typeface="Times New Roman" panose="02020603050405020304" pitchFamily="18" charset="0"/>
              <a:cs typeface="Times New Roman" panose="02020603050405020304" pitchFamily="18" charset="0"/>
            </a:endParaRPr>
          </a:p>
          <a:p>
            <a:r>
              <a:rPr lang="en-US" sz="2400" dirty="0" err="1" smtClean="0">
                <a:latin typeface="Times New Roman" panose="02020603050405020304" pitchFamily="18" charset="0"/>
                <a:cs typeface="Times New Roman" panose="02020603050405020304" pitchFamily="18" charset="0"/>
              </a:rPr>
              <a:t>Các</a:t>
            </a:r>
            <a:r>
              <a:rPr lang="vi-VN" sz="2400" dirty="0" smtClean="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cách sử dụng</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pPr marL="571500" indent="-457200">
              <a:buFont typeface="+mj-lt"/>
              <a:buAutoNum type="arabicPeriod"/>
            </a:pPr>
            <a:r>
              <a:rPr lang="en-US" sz="2400" dirty="0">
                <a:latin typeface="Times New Roman" panose="02020603050405020304" pitchFamily="18" charset="0"/>
                <a:cs typeface="Times New Roman" panose="02020603050405020304" pitchFamily="18" charset="0"/>
              </a:rPr>
              <a:t>Inline </a:t>
            </a:r>
            <a:r>
              <a:rPr lang="en-US" sz="2400" dirty="0" smtClean="0">
                <a:latin typeface="Times New Roman" panose="02020603050405020304" pitchFamily="18" charset="0"/>
                <a:cs typeface="Times New Roman" panose="02020603050405020304" pitchFamily="18" charset="0"/>
              </a:rPr>
              <a:t>JavaScript</a:t>
            </a:r>
          </a:p>
          <a:p>
            <a:pPr marL="571500" indent="-457200">
              <a:buFont typeface="+mj-lt"/>
              <a:buAutoNum type="arabicPeriod"/>
            </a:pPr>
            <a:r>
              <a:rPr lang="en-US" sz="2400" dirty="0">
                <a:latin typeface="Times New Roman" panose="02020603050405020304" pitchFamily="18" charset="0"/>
                <a:cs typeface="Times New Roman" panose="02020603050405020304" pitchFamily="18" charset="0"/>
              </a:rPr>
              <a:t>Internal </a:t>
            </a:r>
            <a:r>
              <a:rPr lang="en-US" sz="2400" dirty="0" smtClean="0">
                <a:latin typeface="Times New Roman" panose="02020603050405020304" pitchFamily="18" charset="0"/>
                <a:cs typeface="Times New Roman" panose="02020603050405020304" pitchFamily="18" charset="0"/>
              </a:rPr>
              <a:t>JavaScript</a:t>
            </a:r>
          </a:p>
          <a:p>
            <a:pPr marL="571500" indent="-457200">
              <a:buFont typeface="+mj-lt"/>
              <a:buAutoNum type="arabicPeriod"/>
            </a:pPr>
            <a:r>
              <a:rPr lang="en-US" sz="2400" dirty="0">
                <a:latin typeface="Times New Roman" panose="02020603050405020304" pitchFamily="18" charset="0"/>
                <a:cs typeface="Times New Roman" panose="02020603050405020304" pitchFamily="18" charset="0"/>
              </a:rPr>
              <a:t>External JavaScript</a:t>
            </a: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666469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2 </a:t>
            </a:r>
            <a:r>
              <a:rPr lang="en-US" sz="2800" b="1" dirty="0" err="1">
                <a:latin typeface="Times New Roman" panose="02020603050405020304" pitchFamily="18" charset="0"/>
                <a:cs typeface="Times New Roman" panose="02020603050405020304" pitchFamily="18" charset="0"/>
              </a:rPr>
              <a:t>Cách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sử</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dụng</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879832"/>
          </a:xfrm>
        </p:spPr>
        <p:txBody>
          <a:bodyPr>
            <a:normAutofit/>
          </a:bodyPr>
          <a:lstStyle/>
          <a:p>
            <a:r>
              <a:rPr lang="en-US" sz="2400" b="1" dirty="0">
                <a:latin typeface="Times New Roman" panose="02020603050405020304" pitchFamily="18" charset="0"/>
                <a:cs typeface="Times New Roman" panose="02020603050405020304" pitchFamily="18" charset="0"/>
              </a:rPr>
              <a:t>Inline </a:t>
            </a:r>
            <a:r>
              <a:rPr lang="en-US" sz="2400" b="1" dirty="0" smtClean="0">
                <a:latin typeface="Times New Roman" panose="02020603050405020304" pitchFamily="18" charset="0"/>
                <a:cs typeface="Times New Roman" panose="02020603050405020304" pitchFamily="18" charset="0"/>
              </a:rPr>
              <a:t>JavaScript: </a:t>
            </a:r>
            <a:r>
              <a:rPr lang="vi-VN" sz="2400" dirty="0">
                <a:latin typeface="Times New Roman" panose="02020603050405020304" pitchFamily="18" charset="0"/>
                <a:cs typeface="Times New Roman" panose="02020603050405020304" pitchFamily="18" charset="0"/>
              </a:rPr>
              <a:t>Đây là cách chèn trực tiếp mã JavaScript vào một thuộc tính của thẻ HTML, như onclick, onmouseover, v.v. Trong trường hợp này, mã JavaScript sẽ được thực thi khi người dùng tương tác với phần tử đó</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r>
              <a:rPr lang="vi-VN" sz="2400" dirty="0">
                <a:latin typeface="Times New Roman" panose="02020603050405020304" pitchFamily="18" charset="0"/>
                <a:cs typeface="Times New Roman" panose="02020603050405020304" pitchFamily="18" charset="0"/>
              </a:rPr>
              <a:t>Trong ví dụ này, khi người dùng nhấn vào nút, hàm alert() sẽ được gọi và hiển thị một thông báo.</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1447800" y="2797762"/>
            <a:ext cx="6996506" cy="2828534"/>
          </a:xfrm>
          <a:prstGeom prst="rect">
            <a:avLst/>
          </a:prstGeom>
        </p:spPr>
      </p:pic>
    </p:spTree>
    <p:extLst>
      <p:ext uri="{BB962C8B-B14F-4D97-AF65-F5344CB8AC3E}">
        <p14:creationId xmlns:p14="http://schemas.microsoft.com/office/powerpoint/2010/main" val="897667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2 </a:t>
            </a:r>
            <a:r>
              <a:rPr lang="en-US" sz="2800" b="1" dirty="0" err="1">
                <a:latin typeface="Times New Roman" panose="02020603050405020304" pitchFamily="18" charset="0"/>
                <a:cs typeface="Times New Roman" panose="02020603050405020304" pitchFamily="18" charset="0"/>
              </a:rPr>
              <a:t>Cách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sử</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dụng</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1235260"/>
          </a:xfrm>
        </p:spPr>
        <p:txBody>
          <a:bodyPr>
            <a:normAutofit/>
          </a:bodyPr>
          <a:lstStyle/>
          <a:p>
            <a:r>
              <a:rPr lang="en-US" sz="2400" b="1" dirty="0">
                <a:latin typeface="Times New Roman" panose="02020603050405020304" pitchFamily="18" charset="0"/>
                <a:cs typeface="Times New Roman" panose="02020603050405020304" pitchFamily="18" charset="0"/>
              </a:rPr>
              <a:t>Internal JavaScript: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mã</a:t>
            </a:r>
            <a:r>
              <a:rPr lang="en-US" sz="2400" dirty="0">
                <a:latin typeface="Times New Roman" panose="02020603050405020304" pitchFamily="18" charset="0"/>
                <a:cs typeface="Times New Roman" panose="02020603050405020304" pitchFamily="18" charset="0"/>
              </a:rPr>
              <a:t> JavaScript </a:t>
            </a:r>
            <a:r>
              <a:rPr lang="en-US" sz="2400" dirty="0" err="1">
                <a:latin typeface="Times New Roman" panose="02020603050405020304" pitchFamily="18" charset="0"/>
                <a:cs typeface="Times New Roman" panose="02020603050405020304" pitchFamily="18" charset="0"/>
              </a:rPr>
              <a:t>trực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tiếp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tệp</a:t>
            </a:r>
            <a:r>
              <a:rPr lang="en-US" sz="2400" dirty="0">
                <a:latin typeface="Times New Roman" panose="02020603050405020304" pitchFamily="18" charset="0"/>
                <a:cs typeface="Times New Roman" panose="02020603050405020304" pitchFamily="18" charset="0"/>
              </a:rPr>
              <a:t> HTML </a:t>
            </a:r>
            <a:r>
              <a:rPr lang="en-US" sz="2400" dirty="0" err="1">
                <a:latin typeface="Times New Roman" panose="02020603050405020304" pitchFamily="18" charset="0"/>
                <a:cs typeface="Times New Roman" panose="02020603050405020304" pitchFamily="18" charset="0"/>
              </a:rPr>
              <a:t>bằng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đặt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thẻ</a:t>
            </a:r>
            <a:r>
              <a:rPr lang="en-US" sz="2400" dirty="0">
                <a:latin typeface="Times New Roman" panose="02020603050405020304" pitchFamily="18" charset="0"/>
                <a:cs typeface="Times New Roman" panose="02020603050405020304" pitchFamily="18" charset="0"/>
              </a:rPr>
              <a:t> &lt;script&gt;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phần</a:t>
            </a:r>
            <a:r>
              <a:rPr lang="en-US" sz="2400" dirty="0">
                <a:latin typeface="Times New Roman" panose="02020603050405020304" pitchFamily="18" charset="0"/>
                <a:cs typeface="Times New Roman" panose="02020603050405020304" pitchFamily="18" charset="0"/>
              </a:rPr>
              <a:t> &lt;head&gt; </a:t>
            </a:r>
            <a:r>
              <a:rPr lang="en-US" sz="2400" dirty="0" err="1">
                <a:latin typeface="Times New Roman" panose="02020603050405020304" pitchFamily="18" charset="0"/>
                <a:cs typeface="Times New Roman" panose="02020603050405020304" pitchFamily="18" charset="0"/>
              </a:rPr>
              <a:t>hoặc</a:t>
            </a:r>
            <a:r>
              <a:rPr lang="en-US" sz="2400" dirty="0">
                <a:latin typeface="Times New Roman" panose="02020603050405020304" pitchFamily="18" charset="0"/>
                <a:cs typeface="Times New Roman" panose="02020603050405020304" pitchFamily="18" charset="0"/>
              </a:rPr>
              <a:t> &lt;body&gt;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trang</a:t>
            </a:r>
            <a:r>
              <a:rPr lang="en-US" sz="2400" dirty="0">
                <a:latin typeface="Times New Roman" panose="02020603050405020304" pitchFamily="18" charset="0"/>
                <a:cs typeface="Times New Roman" panose="02020603050405020304" pitchFamily="18" charset="0"/>
              </a:rPr>
              <a:t> HTML</a:t>
            </a:r>
            <a:r>
              <a:rPr lang="en-US" sz="2400" dirty="0" smtClean="0">
                <a:latin typeface="Times New Roman" panose="02020603050405020304" pitchFamily="18" charset="0"/>
                <a:cs typeface="Times New Roman" panose="02020603050405020304" pitchFamily="18" charset="0"/>
              </a:rPr>
              <a:t>.</a:t>
            </a: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5345365" y="2522173"/>
            <a:ext cx="6427535" cy="3675811"/>
          </a:xfrm>
          <a:prstGeom prst="rect">
            <a:avLst/>
          </a:prstGeom>
        </p:spPr>
      </p:pic>
      <p:sp>
        <p:nvSpPr>
          <p:cNvPr id="8" name="Text Placeholder 3"/>
          <p:cNvSpPr txBox="1">
            <a:spLocks/>
          </p:cNvSpPr>
          <p:nvPr/>
        </p:nvSpPr>
        <p:spPr>
          <a:xfrm>
            <a:off x="838200" y="3081369"/>
            <a:ext cx="4448503" cy="2920037"/>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Oi"/>
                <a:ea typeface="Oi"/>
                <a:cs typeface="Oi"/>
                <a:sym typeface="O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Oi"/>
                <a:ea typeface="Oi"/>
                <a:cs typeface="Oi"/>
                <a:sym typeface="O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Oi"/>
                <a:ea typeface="Oi"/>
                <a:cs typeface="Oi"/>
                <a:sym typeface="O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9pPr>
          </a:lstStyle>
          <a:p>
            <a:r>
              <a:rPr lang="vi-VN" sz="2400">
                <a:latin typeface="Times New Roman" panose="02020603050405020304" pitchFamily="18" charset="0"/>
                <a:cs typeface="Times New Roman" panose="02020603050405020304" pitchFamily="18" charset="0"/>
              </a:rPr>
              <a:t>Trong ví dụ này, mã JavaScript được đặt trong thẻ &lt;script&gt; trong phần &lt;head&gt;, và khi người dùng nhấn vào nút, hàm displayMessage() sẽ được gọi để hiển thị thông báo.</a:t>
            </a:r>
            <a:endParaRPr lang="en-US"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9006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2 </a:t>
            </a:r>
            <a:r>
              <a:rPr lang="en-US" sz="2800" b="1" dirty="0" err="1">
                <a:latin typeface="Times New Roman" panose="02020603050405020304" pitchFamily="18" charset="0"/>
                <a:cs typeface="Times New Roman" panose="02020603050405020304" pitchFamily="18" charset="0"/>
              </a:rPr>
              <a:t>Cách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sử</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dụng</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1603123"/>
          </a:xfrm>
        </p:spPr>
        <p:txBody>
          <a:bodyPr>
            <a:normAutofit/>
          </a:bodyPr>
          <a:lstStyle/>
          <a:p>
            <a:r>
              <a:rPr lang="en-US" sz="2400" b="1" dirty="0">
                <a:latin typeface="Times New Roman" panose="02020603050405020304" pitchFamily="18" charset="0"/>
                <a:cs typeface="Times New Roman" panose="02020603050405020304" pitchFamily="18" charset="0"/>
              </a:rPr>
              <a:t>External </a:t>
            </a:r>
            <a:r>
              <a:rPr lang="en-US" sz="2400" b="1" dirty="0" smtClean="0">
                <a:latin typeface="Times New Roman" panose="02020603050405020304" pitchFamily="18" charset="0"/>
                <a:cs typeface="Times New Roman" panose="02020603050405020304" pitchFamily="18" charset="0"/>
              </a:rPr>
              <a:t>JavaScript: </a:t>
            </a:r>
            <a:r>
              <a:rPr lang="vi-VN" sz="2400" dirty="0">
                <a:latin typeface="Times New Roman" panose="02020603050405020304" pitchFamily="18" charset="0"/>
                <a:cs typeface="Times New Roman" panose="02020603050405020304" pitchFamily="18" charset="0"/>
              </a:rPr>
              <a:t>Khi mã JavaScript trở nên dài hoặc phức tạp, bạn có thể tách nó ra thành một tệp riêng biệt và liên kết nó với tệp HTML thông qua thẻ &lt;script&gt; với thuộc tính src. Cách này giúp mã của bạn dễ quản lý hơn, đặc biệt khi phát triển các dự án lớn.</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3627733" y="3198552"/>
            <a:ext cx="8564267" cy="2872048"/>
          </a:xfrm>
          <a:prstGeom prst="rect">
            <a:avLst/>
          </a:prstGeom>
        </p:spPr>
      </p:pic>
      <p:sp>
        <p:nvSpPr>
          <p:cNvPr id="8" name="Text Placeholder 3"/>
          <p:cNvSpPr txBox="1">
            <a:spLocks/>
          </p:cNvSpPr>
          <p:nvPr/>
        </p:nvSpPr>
        <p:spPr>
          <a:xfrm>
            <a:off x="838200" y="3330535"/>
            <a:ext cx="2789533" cy="3162340"/>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Oi"/>
                <a:ea typeface="Oi"/>
                <a:cs typeface="Oi"/>
                <a:sym typeface="O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Oi"/>
                <a:ea typeface="Oi"/>
                <a:cs typeface="Oi"/>
                <a:sym typeface="O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Oi"/>
                <a:ea typeface="Oi"/>
                <a:cs typeface="Oi"/>
                <a:sym typeface="O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9pPr>
          </a:lstStyle>
          <a:p>
            <a:r>
              <a:rPr lang="vi-VN" sz="2400" dirty="0">
                <a:latin typeface="Times New Roman" panose="02020603050405020304" pitchFamily="18" charset="0"/>
                <a:cs typeface="Times New Roman" panose="02020603050405020304" pitchFamily="18" charset="0"/>
              </a:rPr>
              <a:t>Trong ví </a:t>
            </a:r>
            <a:r>
              <a:rPr lang="vi-VN" sz="2400" dirty="0" smtClean="0">
                <a:latin typeface="Times New Roman" panose="02020603050405020304" pitchFamily="18" charset="0"/>
                <a:cs typeface="Times New Roman" panose="02020603050405020304" pitchFamily="18" charset="0"/>
              </a:rPr>
              <a:t>dụ, </a:t>
            </a:r>
            <a:r>
              <a:rPr lang="vi-VN" sz="2400" dirty="0">
                <a:latin typeface="Times New Roman" panose="02020603050405020304" pitchFamily="18" charset="0"/>
                <a:cs typeface="Times New Roman" panose="02020603050405020304" pitchFamily="18" charset="0"/>
              </a:rPr>
              <a:t>mã JavaScript được đặt trong tệp script.js, và tệp này được liên kết với trang HTML qua thẻ &lt;script src="script.js"&gt;&lt;/script&gt;.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789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2 </a:t>
            </a:r>
            <a:r>
              <a:rPr lang="en-US" sz="2800" b="1" dirty="0" err="1">
                <a:latin typeface="Times New Roman" panose="02020603050405020304" pitchFamily="18" charset="0"/>
                <a:cs typeface="Times New Roman" panose="02020603050405020304" pitchFamily="18" charset="0"/>
              </a:rPr>
              <a:t>Cách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sử</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dụng</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en-US" sz="2400" dirty="0" err="1">
                <a:latin typeface="Times New Roman" panose="02020603050405020304" pitchFamily="18" charset="0"/>
                <a:cs typeface="Times New Roman" panose="02020603050405020304" pitchFamily="18" charset="0"/>
              </a:rPr>
              <a:t>Vị</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đặt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thẻ</a:t>
            </a:r>
            <a:r>
              <a:rPr lang="en-US" sz="2400" dirty="0">
                <a:latin typeface="Times New Roman" panose="02020603050405020304" pitchFamily="18" charset="0"/>
                <a:cs typeface="Times New Roman" panose="02020603050405020304" pitchFamily="18" charset="0"/>
              </a:rPr>
              <a:t> &lt;script</a:t>
            </a:r>
            <a:r>
              <a:rPr lang="en-US" sz="2400" dirty="0" smtClean="0">
                <a:latin typeface="Times New Roman" panose="02020603050405020304" pitchFamily="18" charset="0"/>
                <a:cs typeface="Times New Roman" panose="02020603050405020304" pitchFamily="18" charset="0"/>
              </a:rPr>
              <a:t>&gt;:</a:t>
            </a:r>
          </a:p>
          <a:p>
            <a:pPr lvl="1">
              <a:buFont typeface="Wingdings" panose="05000000000000000000" pitchFamily="2" charset="2"/>
              <a:buChar char="q"/>
            </a:pPr>
            <a:r>
              <a:rPr lang="vi-VN" sz="2000" b="1" dirty="0">
                <a:latin typeface="Times New Roman" panose="02020603050405020304" pitchFamily="18" charset="0"/>
                <a:cs typeface="Times New Roman" panose="02020603050405020304" pitchFamily="18" charset="0"/>
              </a:rPr>
              <a:t>Trong thẻ &lt;head&gt;: </a:t>
            </a:r>
            <a:r>
              <a:rPr lang="vi-VN" sz="2000" dirty="0" smtClean="0">
                <a:latin typeface="Times New Roman" panose="02020603050405020304" pitchFamily="18" charset="0"/>
                <a:cs typeface="Times New Roman" panose="02020603050405020304" pitchFamily="18" charset="0"/>
              </a:rPr>
              <a:t>Nếu </a:t>
            </a:r>
            <a:r>
              <a:rPr lang="vi-VN" sz="2000" dirty="0">
                <a:latin typeface="Times New Roman" panose="02020603050405020304" pitchFamily="18" charset="0"/>
                <a:cs typeface="Times New Roman" panose="02020603050405020304" pitchFamily="18" charset="0"/>
              </a:rPr>
              <a:t>muốn JavaScript được tải khi trang HTML được tải, nhưng không làm ảnh hưởng đến tốc độ hiển thị của nội dung, bạn có thể đặt thẻ &lt;script&gt; trong phần &lt;head&gt;. Tuy nhiên, điều này có thể khiến trang web hiển thị chậm hơn, vì trình duyệt sẽ phải tải và thực thi JavaScript trước khi hiển thị nội dung trang</a:t>
            </a:r>
            <a:r>
              <a:rPr lang="vi-VN"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q"/>
            </a:pPr>
            <a:r>
              <a:rPr lang="vi-VN" sz="2000" b="1" dirty="0" smtClean="0">
                <a:latin typeface="Times New Roman" panose="02020603050405020304" pitchFamily="18" charset="0"/>
                <a:cs typeface="Times New Roman" panose="02020603050405020304" pitchFamily="18" charset="0"/>
              </a:rPr>
              <a:t>Cuối </a:t>
            </a:r>
            <a:r>
              <a:rPr lang="vi-VN" sz="2000" b="1" dirty="0">
                <a:latin typeface="Times New Roman" panose="02020603050405020304" pitchFamily="18" charset="0"/>
                <a:cs typeface="Times New Roman" panose="02020603050405020304" pitchFamily="18" charset="0"/>
              </a:rPr>
              <a:t>thẻ &lt;body&gt;: </a:t>
            </a:r>
            <a:r>
              <a:rPr lang="vi-VN" sz="2000" dirty="0">
                <a:latin typeface="Times New Roman" panose="02020603050405020304" pitchFamily="18" charset="0"/>
                <a:cs typeface="Times New Roman" panose="02020603050405020304" pitchFamily="18" charset="0"/>
              </a:rPr>
              <a:t>Cách tốt hơn là đặt thẻ &lt;script&gt; trước thẻ &lt;/body&gt; để mã JavaScript chỉ được tải sau khi nội dung trang đã được tải xong. Điều này giúp trang web hiển thị nhanh hơn.</a:t>
            </a:r>
            <a:endParaRPr lang="en-US" sz="20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217752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smtClean="0">
                <a:latin typeface="Times New Roman" panose="02020603050405020304" pitchFamily="18" charset="0"/>
                <a:cs typeface="Times New Roman" panose="02020603050405020304" pitchFamily="18" charset="0"/>
              </a:rPr>
              <a:t>3 </a:t>
            </a:r>
            <a:r>
              <a:rPr lang="en-US" sz="2800" b="1" dirty="0" err="1" smtClean="0">
                <a:latin typeface="Times New Roman" panose="02020603050405020304" pitchFamily="18" charset="0"/>
                <a:cs typeface="Times New Roman" panose="02020603050405020304" pitchFamily="18" charset="0"/>
              </a:rPr>
              <a:t>Các</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khái</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niệm</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cơ</a:t>
            </a:r>
            <a:r>
              <a:rPr lang="en-US" sz="2800" b="1" dirty="0" smtClean="0">
                <a:latin typeface="Times New Roman" panose="02020603050405020304" pitchFamily="18" charset="0"/>
                <a:cs typeface="Times New Roman" panose="02020603050405020304" pitchFamily="18" charset="0"/>
              </a:rPr>
              <a:t> </a:t>
            </a:r>
            <a:r>
              <a:rPr lang="en-US" sz="2800" b="1" dirty="0" err="1" smtClean="0">
                <a:latin typeface="Times New Roman" panose="02020603050405020304" pitchFamily="18" charset="0"/>
                <a:cs typeface="Times New Roman" panose="02020603050405020304" pitchFamily="18" charset="0"/>
              </a:rPr>
              <a:t>bản</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pPr marL="571500" indent="-457200">
              <a:buFont typeface="+mj-lt"/>
              <a:buAutoNum type="arabicPeriod"/>
            </a:pPr>
            <a:r>
              <a:rPr lang="en-US" sz="2400" dirty="0" err="1" smtClean="0">
                <a:latin typeface="Times New Roman" panose="02020603050405020304" pitchFamily="18" charset="0"/>
                <a:cs typeface="Times New Roman" panose="02020603050405020304" pitchFamily="18" charset="0"/>
              </a:rPr>
              <a:t>Biến</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(Variables</a:t>
            </a:r>
            <a:r>
              <a:rPr lang="en-US" sz="2400" dirty="0" smtClean="0">
                <a:latin typeface="Times New Roman" panose="02020603050405020304" pitchFamily="18" charset="0"/>
                <a:cs typeface="Times New Roman" panose="02020603050405020304" pitchFamily="18" charset="0"/>
              </a:rPr>
              <a:t>)</a:t>
            </a:r>
          </a:p>
          <a:p>
            <a:pPr marL="571500" indent="-457200">
              <a:buFont typeface="+mj-lt"/>
              <a:buAutoNum type="arabicPeriod"/>
            </a:pPr>
            <a:r>
              <a:rPr lang="en-US" sz="2400" dirty="0" err="1">
                <a:latin typeface="Times New Roman" panose="02020603050405020304" pitchFamily="18" charset="0"/>
                <a:cs typeface="Times New Roman" panose="02020603050405020304" pitchFamily="18" charset="0"/>
              </a:rPr>
              <a:t>Kiểu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(Data Types</a:t>
            </a:r>
            <a:r>
              <a:rPr lang="en-US" sz="2400" dirty="0" smtClean="0">
                <a:latin typeface="Times New Roman" panose="02020603050405020304" pitchFamily="18" charset="0"/>
                <a:cs typeface="Times New Roman" panose="02020603050405020304" pitchFamily="18" charset="0"/>
              </a:rPr>
              <a:t>)</a:t>
            </a:r>
          </a:p>
          <a:p>
            <a:pPr marL="571500" indent="-457200">
              <a:buFont typeface="+mj-lt"/>
              <a:buAutoNum type="arabicPeriod"/>
            </a:pPr>
            <a:r>
              <a:rPr lang="en-US" sz="2400" dirty="0" err="1">
                <a:latin typeface="Times New Roman" panose="02020603050405020304" pitchFamily="18" charset="0"/>
                <a:cs typeface="Times New Roman" panose="02020603050405020304" pitchFamily="18" charset="0"/>
              </a:rPr>
              <a:t>Toán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tử</a:t>
            </a:r>
            <a:r>
              <a:rPr lang="en-US" sz="2400" dirty="0">
                <a:latin typeface="Times New Roman" panose="02020603050405020304" pitchFamily="18" charset="0"/>
                <a:cs typeface="Times New Roman" panose="02020603050405020304" pitchFamily="18" charset="0"/>
              </a:rPr>
              <a:t> (Operators</a:t>
            </a:r>
            <a:r>
              <a:rPr lang="en-US" sz="2400" dirty="0" smtClean="0">
                <a:latin typeface="Times New Roman" panose="02020603050405020304" pitchFamily="18" charset="0"/>
                <a:cs typeface="Times New Roman" panose="02020603050405020304" pitchFamily="18" charset="0"/>
              </a:rPr>
              <a:t>)</a:t>
            </a:r>
          </a:p>
          <a:p>
            <a:pPr marL="571500" indent="-457200">
              <a:buFont typeface="+mj-lt"/>
              <a:buAutoNum type="arabicPeriod"/>
            </a:pPr>
            <a:r>
              <a:rPr lang="en-US" sz="2400" dirty="0" err="1">
                <a:latin typeface="Times New Roman" panose="02020603050405020304" pitchFamily="18" charset="0"/>
                <a:cs typeface="Times New Roman" panose="02020603050405020304" pitchFamily="18" charset="0"/>
              </a:rPr>
              <a:t>Câu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lệnh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kiện</a:t>
            </a:r>
            <a:r>
              <a:rPr lang="en-US" sz="2400" dirty="0">
                <a:latin typeface="Times New Roman" panose="02020603050405020304" pitchFamily="18" charset="0"/>
                <a:cs typeface="Times New Roman" panose="02020603050405020304" pitchFamily="18" charset="0"/>
              </a:rPr>
              <a:t> (if, else, switch</a:t>
            </a:r>
            <a:r>
              <a:rPr lang="en-US" sz="2400" dirty="0" smtClean="0">
                <a:latin typeface="Times New Roman" panose="02020603050405020304" pitchFamily="18" charset="0"/>
                <a:cs typeface="Times New Roman" panose="02020603050405020304" pitchFamily="18" charset="0"/>
              </a:rPr>
              <a:t>)</a:t>
            </a:r>
          </a:p>
          <a:p>
            <a:pPr marL="571500" indent="-457200">
              <a:buFont typeface="+mj-lt"/>
              <a:buAutoNum type="arabicPeriod"/>
            </a:pPr>
            <a:r>
              <a:rPr lang="en-US" sz="2400" dirty="0" err="1">
                <a:latin typeface="Times New Roman" panose="02020603050405020304" pitchFamily="18" charset="0"/>
                <a:cs typeface="Times New Roman" panose="02020603050405020304" pitchFamily="18" charset="0"/>
              </a:rPr>
              <a:t>Vòng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lặp</a:t>
            </a:r>
            <a:r>
              <a:rPr lang="en-US" sz="2400" dirty="0">
                <a:latin typeface="Times New Roman" panose="02020603050405020304" pitchFamily="18" charset="0"/>
                <a:cs typeface="Times New Roman" panose="02020603050405020304" pitchFamily="18" charset="0"/>
              </a:rPr>
              <a:t> (Loops</a:t>
            </a:r>
            <a:r>
              <a:rPr lang="en-US" sz="2400" dirty="0" smtClean="0">
                <a:latin typeface="Times New Roman" panose="02020603050405020304" pitchFamily="18" charset="0"/>
                <a:cs typeface="Times New Roman" panose="02020603050405020304" pitchFamily="18" charset="0"/>
              </a:rPr>
              <a:t>)</a:t>
            </a:r>
          </a:p>
          <a:p>
            <a:pPr marL="571500" indent="-457200">
              <a:buFont typeface="+mj-lt"/>
              <a:buAutoNum type="arabicPeriod"/>
            </a:pPr>
            <a:r>
              <a:rPr lang="en-US" sz="2400" dirty="0" err="1">
                <a:latin typeface="Times New Roman" panose="02020603050405020304" pitchFamily="18" charset="0"/>
                <a:cs typeface="Times New Roman" panose="02020603050405020304" pitchFamily="18" charset="0"/>
              </a:rPr>
              <a:t>Hàm</a:t>
            </a:r>
            <a:r>
              <a:rPr lang="en-US" sz="2400" dirty="0">
                <a:latin typeface="Times New Roman" panose="02020603050405020304" pitchFamily="18" charset="0"/>
                <a:cs typeface="Times New Roman" panose="02020603050405020304" pitchFamily="18" charset="0"/>
              </a:rPr>
              <a:t> (Functions</a:t>
            </a:r>
            <a:r>
              <a:rPr lang="en-US" sz="2400" dirty="0" smtClean="0">
                <a:latin typeface="Times New Roman" panose="02020603050405020304" pitchFamily="18" charset="0"/>
                <a:cs typeface="Times New Roman" panose="02020603050405020304" pitchFamily="18" charset="0"/>
              </a:rPr>
              <a:t>)</a:t>
            </a:r>
          </a:p>
          <a:p>
            <a:pPr marL="571500" indent="-457200">
              <a:buFont typeface="+mj-lt"/>
              <a:buAutoNum type="arabicPeriod"/>
            </a:pPr>
            <a:r>
              <a:rPr lang="en-US" sz="2400" dirty="0" err="1">
                <a:latin typeface="Times New Roman" panose="02020603050405020304" pitchFamily="18" charset="0"/>
                <a:cs typeface="Times New Roman" panose="02020603050405020304" pitchFamily="18" charset="0"/>
              </a:rPr>
              <a:t>Mảng</a:t>
            </a:r>
            <a:r>
              <a:rPr lang="en-US" sz="2400" dirty="0">
                <a:latin typeface="Times New Roman" panose="02020603050405020304" pitchFamily="18" charset="0"/>
                <a:cs typeface="Times New Roman" panose="02020603050405020304" pitchFamily="18" charset="0"/>
              </a:rPr>
              <a:t> (Arrays</a:t>
            </a:r>
            <a:r>
              <a:rPr lang="en-US" sz="2400" dirty="0" smtClean="0">
                <a:latin typeface="Times New Roman" panose="02020603050405020304" pitchFamily="18" charset="0"/>
                <a:cs typeface="Times New Roman" panose="02020603050405020304" pitchFamily="18" charset="0"/>
              </a:rPr>
              <a:t>)</a:t>
            </a:r>
          </a:p>
          <a:p>
            <a:pPr marL="571500" indent="-457200">
              <a:buFont typeface="+mj-lt"/>
              <a:buAutoNum type="arabicPeriod"/>
            </a:pPr>
            <a:r>
              <a:rPr lang="vi-VN" sz="2400" dirty="0">
                <a:latin typeface="Times New Roman" panose="02020603050405020304" pitchFamily="18" charset="0"/>
                <a:cs typeface="Times New Roman" panose="02020603050405020304" pitchFamily="18" charset="0"/>
              </a:rPr>
              <a:t>Đối tượng (Objects</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2701252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3.1 </a:t>
            </a:r>
            <a:r>
              <a:rPr lang="en-US" sz="2800" b="1" dirty="0" err="1">
                <a:latin typeface="Times New Roman" panose="02020603050405020304" pitchFamily="18" charset="0"/>
                <a:cs typeface="Times New Roman" panose="02020603050405020304" pitchFamily="18" charset="0"/>
              </a:rPr>
              <a:t>Biến</a:t>
            </a:r>
            <a:r>
              <a:rPr lang="en-US" sz="2800" b="1" dirty="0">
                <a:latin typeface="Times New Roman" panose="02020603050405020304" pitchFamily="18" charset="0"/>
                <a:cs typeface="Times New Roman" panose="02020603050405020304" pitchFamily="18" charset="0"/>
              </a:rPr>
              <a:t> (Variables</a:t>
            </a:r>
            <a:r>
              <a:rPr lang="en-US" sz="2800" b="1" dirty="0" smtClean="0">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vi-VN" sz="2400" dirty="0">
                <a:latin typeface="Times New Roman" panose="02020603050405020304" pitchFamily="18" charset="0"/>
                <a:cs typeface="Times New Roman" panose="02020603050405020304" pitchFamily="18" charset="0"/>
              </a:rPr>
              <a:t>Biến trong JavaScript được sử dụng để lưu trữ dữ liệu mà có thể thay đổi trong quá trình chạy chương trình</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en-US" sz="2400" dirty="0" err="1" smtClean="0">
                <a:latin typeface="Times New Roman" panose="02020603050405020304" pitchFamily="18" charset="0"/>
                <a:cs typeface="Times New Roman" panose="02020603050405020304" pitchFamily="18" charset="0"/>
              </a:rPr>
              <a:t>Các</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loại</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biến</a:t>
            </a:r>
            <a:r>
              <a:rPr lang="en-US" sz="2400" dirty="0" smtClean="0">
                <a:latin typeface="Times New Roman" panose="02020603050405020304" pitchFamily="18" charset="0"/>
                <a:cs typeface="Times New Roman" panose="02020603050405020304" pitchFamily="18" charset="0"/>
              </a:rPr>
              <a:t>: </a:t>
            </a:r>
          </a:p>
          <a:p>
            <a:pPr lvl="1">
              <a:buFont typeface="Wingdings" panose="05000000000000000000" pitchFamily="2" charset="2"/>
              <a:buChar char="q"/>
            </a:pPr>
            <a:r>
              <a:rPr lang="en-US" sz="2000" b="1" dirty="0" err="1">
                <a:latin typeface="Times New Roman" panose="02020603050405020304" pitchFamily="18" charset="0"/>
                <a:cs typeface="Times New Roman" panose="02020603050405020304" pitchFamily="18" charset="0"/>
              </a:rPr>
              <a:t>var</a:t>
            </a:r>
            <a:r>
              <a:rPr lang="en-US" sz="2000" b="1"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Khai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báo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biến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có</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phạm</a:t>
            </a:r>
            <a:r>
              <a:rPr lang="en-US" sz="2000" dirty="0">
                <a:latin typeface="Times New Roman" panose="02020603050405020304" pitchFamily="18" charset="0"/>
                <a:cs typeface="Times New Roman" panose="02020603050405020304" pitchFamily="18" charset="0"/>
              </a:rPr>
              <a:t> vi </a:t>
            </a:r>
            <a:r>
              <a:rPr lang="en-US" sz="2000" dirty="0" err="1">
                <a:latin typeface="Times New Roman" panose="02020603050405020304" pitchFamily="18" charset="0"/>
                <a:cs typeface="Times New Roman" panose="02020603050405020304" pitchFamily="18" charset="0"/>
              </a:rPr>
              <a:t>toàn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cục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hoặc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trong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hàm</a:t>
            </a:r>
            <a:r>
              <a:rPr lang="en-US" sz="2000" dirty="0" smtClean="0">
                <a:latin typeface="Times New Roman" panose="02020603050405020304" pitchFamily="18" charset="0"/>
                <a:cs typeface="Times New Roman" panose="02020603050405020304" pitchFamily="18" charset="0"/>
              </a:rPr>
              <a:t>.</a:t>
            </a:r>
          </a:p>
          <a:p>
            <a:pPr lvl="1">
              <a:buFont typeface="Wingdings" panose="05000000000000000000" pitchFamily="2" charset="2"/>
              <a:buChar char="q"/>
            </a:pPr>
            <a:r>
              <a:rPr lang="en-US" sz="2000" b="1" dirty="0" smtClean="0">
                <a:latin typeface="Times New Roman" panose="02020603050405020304" pitchFamily="18" charset="0"/>
                <a:cs typeface="Times New Roman" panose="02020603050405020304" pitchFamily="18" charset="0"/>
              </a:rPr>
              <a:t>let</a:t>
            </a:r>
            <a:r>
              <a:rPr lang="en-US" sz="2000" b="1"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Khai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báo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biến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có</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phạm</a:t>
            </a:r>
            <a:r>
              <a:rPr lang="en-US" sz="2000" dirty="0">
                <a:latin typeface="Times New Roman" panose="02020603050405020304" pitchFamily="18" charset="0"/>
                <a:cs typeface="Times New Roman" panose="02020603050405020304" pitchFamily="18" charset="0"/>
              </a:rPr>
              <a:t> vi </a:t>
            </a:r>
            <a:r>
              <a:rPr lang="en-US" sz="2000" dirty="0" err="1">
                <a:latin typeface="Times New Roman" panose="02020603050405020304" pitchFamily="18" charset="0"/>
                <a:cs typeface="Times New Roman" panose="02020603050405020304" pitchFamily="18" charset="0"/>
              </a:rPr>
              <a:t>trong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khối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mã</a:t>
            </a:r>
            <a:r>
              <a:rPr lang="en-US" sz="2000" dirty="0">
                <a:latin typeface="Times New Roman" panose="02020603050405020304" pitchFamily="18" charset="0"/>
                <a:cs typeface="Times New Roman" panose="02020603050405020304" pitchFamily="18" charset="0"/>
              </a:rPr>
              <a:t> (block scope), </a:t>
            </a:r>
            <a:r>
              <a:rPr lang="en-US" sz="2000" dirty="0" err="1">
                <a:latin typeface="Times New Roman" panose="02020603050405020304" pitchFamily="18" charset="0"/>
                <a:cs typeface="Times New Roman" panose="02020603050405020304" pitchFamily="18" charset="0"/>
              </a:rPr>
              <a:t>khuyến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khích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sử</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dụng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thay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vì</a:t>
            </a:r>
            <a:r>
              <a:rPr lang="en-US" sz="2000" dirty="0">
                <a:latin typeface="Times New Roman" panose="02020603050405020304" pitchFamily="18" charset="0"/>
                <a:cs typeface="Times New Roman" panose="02020603050405020304" pitchFamily="18" charset="0"/>
              </a:rPr>
              <a:t> var</a:t>
            </a:r>
            <a:r>
              <a:rPr lang="en-US" sz="2000" dirty="0" smtClean="0">
                <a:latin typeface="Times New Roman" panose="02020603050405020304" pitchFamily="18" charset="0"/>
                <a:cs typeface="Times New Roman" panose="02020603050405020304" pitchFamily="18" charset="0"/>
              </a:rPr>
              <a:t>.</a:t>
            </a:r>
          </a:p>
          <a:p>
            <a:pPr lvl="1">
              <a:buFont typeface="Wingdings" panose="05000000000000000000" pitchFamily="2" charset="2"/>
              <a:buChar char="q"/>
            </a:pPr>
            <a:r>
              <a:rPr lang="en-US" sz="2000" b="1" dirty="0" err="1" smtClean="0">
                <a:latin typeface="Times New Roman" panose="02020603050405020304" pitchFamily="18" charset="0"/>
                <a:cs typeface="Times New Roman" panose="02020603050405020304" pitchFamily="18" charset="0"/>
              </a:rPr>
              <a:t>const</a:t>
            </a:r>
            <a:r>
              <a:rPr lang="en-US" sz="2000" b="1"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Khai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báo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hằng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số</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biến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không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thay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đổi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giá</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trị</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có</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phạm</a:t>
            </a:r>
            <a:r>
              <a:rPr lang="en-US" sz="2000" dirty="0">
                <a:latin typeface="Times New Roman" panose="02020603050405020304" pitchFamily="18" charset="0"/>
                <a:cs typeface="Times New Roman" panose="02020603050405020304" pitchFamily="18" charset="0"/>
              </a:rPr>
              <a:t> vi </a:t>
            </a:r>
            <a:r>
              <a:rPr lang="en-US" sz="2000" dirty="0" err="1">
                <a:latin typeface="Times New Roman" panose="02020603050405020304" pitchFamily="18" charset="0"/>
                <a:cs typeface="Times New Roman" panose="02020603050405020304" pitchFamily="18" charset="0"/>
              </a:rPr>
              <a:t>trong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khối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mã</a:t>
            </a:r>
            <a:r>
              <a:rPr lang="en-US" sz="2000" dirty="0">
                <a:latin typeface="Times New Roman" panose="02020603050405020304" pitchFamily="18" charset="0"/>
                <a:cs typeface="Times New Roman" panose="02020603050405020304" pitchFamily="18" charset="0"/>
              </a:rPr>
              <a:t> (block scope).</a:t>
            </a: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
        <p:nvSpPr>
          <p:cNvPr id="2" name="Rectangle 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smtClean="0">
                <a:ln>
                  <a:noFill/>
                </a:ln>
                <a:solidFill>
                  <a:schemeClr val="tx1"/>
                </a:solidFill>
                <a:effectLst/>
                <a:latin typeface="Arial Unicode MS"/>
              </a:rPr>
              <a:t>var</a:t>
            </a:r>
            <a:r>
              <a:rPr kumimoji="0" lang="en-US" altLang="en-US" sz="800" b="0" i="0" u="none" strike="noStrike" cap="none" normalizeH="0" baseline="0" smtClean="0">
                <a:ln>
                  <a:noFill/>
                </a:ln>
                <a:solidFill>
                  <a:schemeClr val="tx1"/>
                </a:solidFill>
                <a:effectLst/>
              </a:rPr>
              <a:t>: Khai báo biến, có phạm vi toàn cục hoặc trong hàm.</a:t>
            </a: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smtClean="0">
                <a:ln>
                  <a:noFill/>
                </a:ln>
                <a:solidFill>
                  <a:schemeClr val="tx1"/>
                </a:solidFill>
                <a:effectLst/>
                <a:latin typeface="Arial Unicode MS"/>
              </a:rPr>
              <a:t>let</a:t>
            </a:r>
            <a:r>
              <a:rPr kumimoji="0" lang="en-US" altLang="en-US" sz="800" b="0" i="0" u="none" strike="noStrike" cap="none" normalizeH="0" baseline="0" smtClean="0">
                <a:ln>
                  <a:noFill/>
                </a:ln>
                <a:solidFill>
                  <a:schemeClr val="tx1"/>
                </a:solidFill>
                <a:effectLst/>
              </a:rPr>
              <a:t>: Khai báo biến, có phạm vi trong khối mã (block scope), khuyến khích sử dụng thay vì </a:t>
            </a:r>
            <a:r>
              <a:rPr kumimoji="0" lang="en-US" altLang="en-US" sz="1000" b="0" i="0" u="none" strike="noStrike" cap="none" normalizeH="0" baseline="0" smtClean="0">
                <a:ln>
                  <a:noFill/>
                </a:ln>
                <a:solidFill>
                  <a:schemeClr val="tx1"/>
                </a:solidFill>
                <a:effectLst/>
                <a:latin typeface="Arial Unicode MS"/>
              </a:rPr>
              <a:t>var</a:t>
            </a:r>
            <a:r>
              <a:rPr kumimoji="0" lang="en-US" altLang="en-US" sz="800" b="0" i="0" u="none" strike="noStrike" cap="none" normalizeH="0" baseline="0" smtClean="0">
                <a:ln>
                  <a:noFill/>
                </a:ln>
                <a:solidFill>
                  <a:schemeClr val="tx1"/>
                </a:solidFill>
                <a:effectLst/>
              </a:rPr>
              <a:t>.</a:t>
            </a: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smtClean="0">
                <a:ln>
                  <a:noFill/>
                </a:ln>
                <a:solidFill>
                  <a:schemeClr val="tx1"/>
                </a:solidFill>
                <a:effectLst/>
                <a:latin typeface="Arial Unicode MS"/>
              </a:rPr>
              <a:t>const</a:t>
            </a:r>
            <a:r>
              <a:rPr kumimoji="0" lang="en-US" altLang="en-US" sz="800" b="0" i="0" u="none" strike="noStrike" cap="none" normalizeH="0" baseline="0" smtClean="0">
                <a:ln>
                  <a:noFill/>
                </a:ln>
                <a:solidFill>
                  <a:schemeClr val="tx1"/>
                </a:solidFill>
                <a:effectLst/>
              </a:rPr>
              <a:t>: Khai báo hằng số (biến không thay đổi giá trị), có phạm vi trong khối mã (block scope).</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5"/>
          <a:stretch>
            <a:fillRect/>
          </a:stretch>
        </p:blipFill>
        <p:spPr>
          <a:xfrm>
            <a:off x="2408026" y="4502021"/>
            <a:ext cx="4601217" cy="1829055"/>
          </a:xfrm>
          <a:prstGeom prst="rect">
            <a:avLst/>
          </a:prstGeom>
        </p:spPr>
      </p:pic>
    </p:spTree>
    <p:extLst>
      <p:ext uri="{BB962C8B-B14F-4D97-AF65-F5344CB8AC3E}">
        <p14:creationId xmlns:p14="http://schemas.microsoft.com/office/powerpoint/2010/main" val="4168714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smtClean="0">
                <a:latin typeface="Times New Roman" panose="02020603050405020304" pitchFamily="18" charset="0"/>
                <a:cs typeface="Times New Roman" panose="02020603050405020304" pitchFamily="18" charset="0"/>
              </a:rPr>
              <a:t>3.2</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Kiểu</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dữ</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liệu</a:t>
            </a:r>
            <a:r>
              <a:rPr lang="en-US" sz="2800" b="1" dirty="0">
                <a:latin typeface="Times New Roman" panose="02020603050405020304" pitchFamily="18" charset="0"/>
                <a:cs typeface="Times New Roman" panose="02020603050405020304" pitchFamily="18" charset="0"/>
              </a:rPr>
              <a:t> (Data Types)</a:t>
            </a:r>
          </a:p>
        </p:txBody>
      </p:sp>
      <p:sp>
        <p:nvSpPr>
          <p:cNvPr id="4" name="Text Placeholder 3"/>
          <p:cNvSpPr>
            <a:spLocks noGrp="1"/>
          </p:cNvSpPr>
          <p:nvPr>
            <p:ph type="body" idx="1"/>
          </p:nvPr>
        </p:nvSpPr>
        <p:spPr>
          <a:xfrm>
            <a:off x="838200" y="1613043"/>
            <a:ext cx="10515600" cy="4563920"/>
          </a:xfrm>
        </p:spPr>
        <p:txBody>
          <a:bodyPr>
            <a:normAutofit/>
          </a:bodyPr>
          <a:lstStyle/>
          <a:p>
            <a:r>
              <a:rPr lang="vi-VN" sz="2400" dirty="0">
                <a:latin typeface="Times New Roman" panose="02020603050405020304" pitchFamily="18" charset="0"/>
                <a:cs typeface="Times New Roman" panose="02020603050405020304" pitchFamily="18" charset="0"/>
              </a:rPr>
              <a:t>JavaScript hỗ trợ một số kiểu dữ liệu cơ bản, bao gồm</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pPr marL="1028700" lvl="1" indent="-457200">
              <a:buFont typeface="+mj-lt"/>
              <a:buAutoNum type="arabicPeriod"/>
            </a:pPr>
            <a:r>
              <a:rPr lang="vi-VN" sz="2000" dirty="0" smtClean="0">
                <a:latin typeface="Times New Roman" panose="02020603050405020304" pitchFamily="18" charset="0"/>
                <a:cs typeface="Times New Roman" panose="02020603050405020304" pitchFamily="18" charset="0"/>
              </a:rPr>
              <a:t>String</a:t>
            </a:r>
            <a:r>
              <a:rPr lang="vi-VN" sz="2000" dirty="0">
                <a:latin typeface="Times New Roman" panose="02020603050405020304" pitchFamily="18" charset="0"/>
                <a:cs typeface="Times New Roman" panose="02020603050405020304" pitchFamily="18" charset="0"/>
              </a:rPr>
              <a:t>: Chuỗi văn bản</a:t>
            </a:r>
            <a:r>
              <a:rPr lang="vi-VN"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marL="1028700" lvl="1" indent="-457200">
              <a:buFont typeface="+mj-lt"/>
              <a:buAutoNum type="arabicPeriod"/>
            </a:pPr>
            <a:r>
              <a:rPr lang="vi-VN" sz="2000" dirty="0" smtClean="0">
                <a:latin typeface="Times New Roman" panose="02020603050405020304" pitchFamily="18" charset="0"/>
                <a:cs typeface="Times New Roman" panose="02020603050405020304" pitchFamily="18" charset="0"/>
              </a:rPr>
              <a:t>Number</a:t>
            </a:r>
            <a:r>
              <a:rPr lang="vi-VN" sz="2000" dirty="0">
                <a:latin typeface="Times New Roman" panose="02020603050405020304" pitchFamily="18" charset="0"/>
                <a:cs typeface="Times New Roman" panose="02020603050405020304" pitchFamily="18" charset="0"/>
              </a:rPr>
              <a:t>: Số (bao gồm số nguyên và số thập phân</a:t>
            </a:r>
            <a:r>
              <a:rPr lang="vi-VN"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marL="1028700" lvl="1" indent="-457200">
              <a:buFont typeface="+mj-lt"/>
              <a:buAutoNum type="arabicPeriod"/>
            </a:pPr>
            <a:r>
              <a:rPr lang="vi-VN" sz="2000" dirty="0" smtClean="0">
                <a:latin typeface="Times New Roman" panose="02020603050405020304" pitchFamily="18" charset="0"/>
                <a:cs typeface="Times New Roman" panose="02020603050405020304" pitchFamily="18" charset="0"/>
              </a:rPr>
              <a:t>Boolean</a:t>
            </a:r>
            <a:r>
              <a:rPr lang="vi-VN" sz="2000" dirty="0">
                <a:latin typeface="Times New Roman" panose="02020603050405020304" pitchFamily="18" charset="0"/>
                <a:cs typeface="Times New Roman" panose="02020603050405020304" pitchFamily="18" charset="0"/>
              </a:rPr>
              <a:t>: Kiểu dữ liệu logic (true hoặc false</a:t>
            </a:r>
            <a:r>
              <a:rPr lang="vi-VN"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marL="1028700" lvl="1" indent="-457200">
              <a:buFont typeface="+mj-lt"/>
              <a:buAutoNum type="arabicPeriod"/>
            </a:pPr>
            <a:r>
              <a:rPr lang="vi-VN" sz="2000" dirty="0" smtClean="0">
                <a:latin typeface="Times New Roman" panose="02020603050405020304" pitchFamily="18" charset="0"/>
                <a:cs typeface="Times New Roman" panose="02020603050405020304" pitchFamily="18" charset="0"/>
              </a:rPr>
              <a:t>Object</a:t>
            </a:r>
            <a:r>
              <a:rPr lang="vi-VN" sz="2000" dirty="0">
                <a:latin typeface="Times New Roman" panose="02020603050405020304" pitchFamily="18" charset="0"/>
                <a:cs typeface="Times New Roman" panose="02020603050405020304" pitchFamily="18" charset="0"/>
              </a:rPr>
              <a:t>: Đối tượng, dùng để lưu trữ nhiều giá trị dưới dạng khóa-giá trị (key-value pairs</a:t>
            </a:r>
            <a:r>
              <a:rPr lang="vi-VN"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marL="1028700" lvl="1" indent="-457200">
              <a:buFont typeface="+mj-lt"/>
              <a:buAutoNum type="arabicPeriod"/>
            </a:pPr>
            <a:r>
              <a:rPr lang="vi-VN" sz="2000" dirty="0" smtClean="0">
                <a:latin typeface="Times New Roman" panose="02020603050405020304" pitchFamily="18" charset="0"/>
                <a:cs typeface="Times New Roman" panose="02020603050405020304" pitchFamily="18" charset="0"/>
              </a:rPr>
              <a:t>Array</a:t>
            </a:r>
            <a:r>
              <a:rPr lang="vi-VN" sz="2000" dirty="0">
                <a:latin typeface="Times New Roman" panose="02020603050405020304" pitchFamily="18" charset="0"/>
                <a:cs typeface="Times New Roman" panose="02020603050405020304" pitchFamily="18" charset="0"/>
              </a:rPr>
              <a:t>: Mảng, dùng để lưu trữ một danh sách các giá trị</a:t>
            </a:r>
            <a:r>
              <a:rPr lang="vi-VN"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marL="1028700" lvl="1" indent="-457200">
              <a:buFont typeface="+mj-lt"/>
              <a:buAutoNum type="arabicPeriod"/>
            </a:pPr>
            <a:r>
              <a:rPr lang="vi-VN" sz="2000" dirty="0" smtClean="0">
                <a:latin typeface="Times New Roman" panose="02020603050405020304" pitchFamily="18" charset="0"/>
                <a:cs typeface="Times New Roman" panose="02020603050405020304" pitchFamily="18" charset="0"/>
              </a:rPr>
              <a:t>Null</a:t>
            </a:r>
            <a:r>
              <a:rPr lang="vi-VN" sz="2000" dirty="0">
                <a:latin typeface="Times New Roman" panose="02020603050405020304" pitchFamily="18" charset="0"/>
                <a:cs typeface="Times New Roman" panose="02020603050405020304" pitchFamily="18" charset="0"/>
              </a:rPr>
              <a:t>: Đại diện cho giá trị "null", có nghĩa là không có giá trị nào</a:t>
            </a:r>
            <a:r>
              <a:rPr lang="vi-VN"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marL="1028700" lvl="1" indent="-457200">
              <a:buFont typeface="+mj-lt"/>
              <a:buAutoNum type="arabicPeriod"/>
            </a:pPr>
            <a:r>
              <a:rPr lang="vi-VN" sz="2000" dirty="0" smtClean="0">
                <a:latin typeface="Times New Roman" panose="02020603050405020304" pitchFamily="18" charset="0"/>
                <a:cs typeface="Times New Roman" panose="02020603050405020304" pitchFamily="18" charset="0"/>
              </a:rPr>
              <a:t>Undefined</a:t>
            </a:r>
            <a:r>
              <a:rPr lang="vi-VN" sz="2000" dirty="0">
                <a:latin typeface="Times New Roman" panose="02020603050405020304" pitchFamily="18" charset="0"/>
                <a:cs typeface="Times New Roman" panose="02020603050405020304" pitchFamily="18" charset="0"/>
              </a:rPr>
              <a:t>: Đại diện cho một biến chưa được gán giá trị</a:t>
            </a:r>
            <a:r>
              <a:rPr lang="vi-VN"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pPr marL="1028700" lvl="1" indent="-457200">
              <a:buFont typeface="+mj-lt"/>
              <a:buAutoNum type="arabicPeriod"/>
            </a:pPr>
            <a:r>
              <a:rPr lang="vi-VN" sz="2000" dirty="0" smtClean="0">
                <a:latin typeface="Times New Roman" panose="02020603050405020304" pitchFamily="18" charset="0"/>
                <a:cs typeface="Times New Roman" panose="02020603050405020304" pitchFamily="18" charset="0"/>
              </a:rPr>
              <a:t>Symbol </a:t>
            </a:r>
            <a:r>
              <a:rPr lang="vi-VN" sz="2000" dirty="0">
                <a:latin typeface="Times New Roman" panose="02020603050405020304" pitchFamily="18" charset="0"/>
                <a:cs typeface="Times New Roman" panose="02020603050405020304" pitchFamily="18" charset="0"/>
              </a:rPr>
              <a:t>(ES6): Được dùng để tạo các giá trị không trùng lặp.</a:t>
            </a:r>
            <a:endParaRPr lang="en-US" sz="20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spTree>
    <p:extLst>
      <p:ext uri="{BB962C8B-B14F-4D97-AF65-F5344CB8AC3E}">
        <p14:creationId xmlns:p14="http://schemas.microsoft.com/office/powerpoint/2010/main" val="517698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a:latin typeface="Times New Roman" panose="02020603050405020304" pitchFamily="18" charset="0"/>
                <a:cs typeface="Times New Roman" panose="02020603050405020304" pitchFamily="18" charset="0"/>
              </a:rPr>
              <a:t>3.2. </a:t>
            </a:r>
            <a:r>
              <a:rPr lang="en-US" sz="2800" b="1" dirty="0" err="1">
                <a:latin typeface="Times New Roman" panose="02020603050405020304" pitchFamily="18" charset="0"/>
                <a:cs typeface="Times New Roman" panose="02020603050405020304" pitchFamily="18" charset="0"/>
              </a:rPr>
              <a:t>Kiểu</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dữ</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liệu</a:t>
            </a:r>
            <a:r>
              <a:rPr lang="en-US" sz="2800" b="1" dirty="0">
                <a:latin typeface="Times New Roman" panose="02020603050405020304" pitchFamily="18" charset="0"/>
                <a:cs typeface="Times New Roman" panose="02020603050405020304" pitchFamily="18" charset="0"/>
              </a:rPr>
              <a:t> (Data Types)</a:t>
            </a:r>
          </a:p>
        </p:txBody>
      </p:sp>
      <p:sp>
        <p:nvSpPr>
          <p:cNvPr id="4" name="Text Placeholder 3"/>
          <p:cNvSpPr>
            <a:spLocks noGrp="1"/>
          </p:cNvSpPr>
          <p:nvPr>
            <p:ph type="body" idx="1"/>
          </p:nvPr>
        </p:nvSpPr>
        <p:spPr>
          <a:xfrm>
            <a:off x="838200" y="1613043"/>
            <a:ext cx="10515600" cy="4563920"/>
          </a:xfrm>
        </p:spPr>
        <p:txBody>
          <a:bodyPr>
            <a:normAutofit/>
          </a:bodyPr>
          <a:lstStyle/>
          <a:p>
            <a:r>
              <a:rPr lang="en-US" sz="2400" dirty="0" smtClean="0">
                <a:latin typeface="Times New Roman" panose="02020603050405020304" pitchFamily="18" charset="0"/>
                <a:cs typeface="Times New Roman" panose="02020603050405020304" pitchFamily="18" charset="0"/>
              </a:rPr>
              <a:t>Code </a:t>
            </a:r>
            <a:r>
              <a:rPr lang="en-US" sz="2400" dirty="0" err="1" smtClean="0">
                <a:latin typeface="Times New Roman" panose="02020603050405020304" pitchFamily="18" charset="0"/>
                <a:cs typeface="Times New Roman" panose="02020603050405020304" pitchFamily="18" charset="0"/>
              </a:rPr>
              <a:t>ví</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dụ</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3237367" y="1774842"/>
            <a:ext cx="8116433" cy="3829584"/>
          </a:xfrm>
          <a:prstGeom prst="rect">
            <a:avLst/>
          </a:prstGeom>
        </p:spPr>
      </p:pic>
    </p:spTree>
    <p:extLst>
      <p:ext uri="{BB962C8B-B14F-4D97-AF65-F5344CB8AC3E}">
        <p14:creationId xmlns:p14="http://schemas.microsoft.com/office/powerpoint/2010/main" val="628214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smtClean="0">
                <a:latin typeface="Times New Roman" panose="02020603050405020304" pitchFamily="18" charset="0"/>
                <a:cs typeface="Times New Roman" panose="02020603050405020304" pitchFamily="18" charset="0"/>
              </a:rPr>
              <a:t>3.3</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Toán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tử</a:t>
            </a:r>
            <a:r>
              <a:rPr lang="en-US" sz="2800" b="1" dirty="0">
                <a:latin typeface="Times New Roman" panose="02020603050405020304" pitchFamily="18" charset="0"/>
                <a:cs typeface="Times New Roman" panose="02020603050405020304" pitchFamily="18" charset="0"/>
              </a:rPr>
              <a:t> (Operators)</a:t>
            </a:r>
          </a:p>
        </p:txBody>
      </p:sp>
      <p:sp>
        <p:nvSpPr>
          <p:cNvPr id="4" name="Text Placeholder 3"/>
          <p:cNvSpPr>
            <a:spLocks noGrp="1"/>
          </p:cNvSpPr>
          <p:nvPr>
            <p:ph type="body" idx="1"/>
          </p:nvPr>
        </p:nvSpPr>
        <p:spPr>
          <a:xfrm>
            <a:off x="838200" y="1613043"/>
            <a:ext cx="10515600" cy="4563920"/>
          </a:xfrm>
        </p:spPr>
        <p:txBody>
          <a:bodyPr>
            <a:normAutofit/>
          </a:bodyPr>
          <a:lstStyle/>
          <a:p>
            <a:pPr marL="114300" indent="0">
              <a:buNone/>
            </a:pPr>
            <a:r>
              <a:rPr lang="vi-VN" sz="2400" b="1" dirty="0">
                <a:latin typeface="Times New Roman" panose="02020603050405020304" pitchFamily="18" charset="0"/>
                <a:cs typeface="Times New Roman" panose="02020603050405020304" pitchFamily="18" charset="0"/>
              </a:rPr>
              <a:t>Toán tử là các ký hiệu dùng để thực hiện các phép toán hoặc các thao tác trên dữ liệu</a:t>
            </a:r>
            <a:r>
              <a:rPr lang="vi-VN" sz="2400" b="1" dirty="0" smtClean="0">
                <a:latin typeface="Times New Roman" panose="02020603050405020304" pitchFamily="18" charset="0"/>
                <a:cs typeface="Times New Roman" panose="02020603050405020304" pitchFamily="18" charset="0"/>
              </a:rPr>
              <a:t>.</a:t>
            </a:r>
            <a:endParaRPr lang="en-US" sz="2400" b="1" dirty="0" smtClean="0">
              <a:latin typeface="Times New Roman" panose="02020603050405020304" pitchFamily="18" charset="0"/>
              <a:cs typeface="Times New Roman" panose="02020603050405020304" pitchFamily="18" charset="0"/>
            </a:endParaRPr>
          </a:p>
          <a:p>
            <a:r>
              <a:rPr lang="vi-VN" sz="2400" dirty="0" smtClean="0">
                <a:latin typeface="Times New Roman" panose="02020603050405020304" pitchFamily="18" charset="0"/>
                <a:cs typeface="Times New Roman" panose="02020603050405020304" pitchFamily="18" charset="0"/>
              </a:rPr>
              <a:t>Toán </a:t>
            </a:r>
            <a:r>
              <a:rPr lang="vi-VN" sz="2400" dirty="0">
                <a:latin typeface="Times New Roman" panose="02020603050405020304" pitchFamily="18" charset="0"/>
                <a:cs typeface="Times New Roman" panose="02020603050405020304" pitchFamily="18" charset="0"/>
              </a:rPr>
              <a:t>tử số học: +, -, *, /, % (chia lấy dư), ++ (tăng), -- (giảm</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vi-VN" sz="2400" dirty="0" smtClean="0">
                <a:latin typeface="Times New Roman" panose="02020603050405020304" pitchFamily="18" charset="0"/>
                <a:cs typeface="Times New Roman" panose="02020603050405020304" pitchFamily="18" charset="0"/>
              </a:rPr>
              <a:t>Toán </a:t>
            </a:r>
            <a:r>
              <a:rPr lang="vi-VN" sz="2400" dirty="0">
                <a:latin typeface="Times New Roman" panose="02020603050405020304" pitchFamily="18" charset="0"/>
                <a:cs typeface="Times New Roman" panose="02020603050405020304" pitchFamily="18" charset="0"/>
              </a:rPr>
              <a:t>tử so sánh: ==, === (so sánh giá trị và kiểu dữ liệu), !=, !==, &gt;, &lt;, &gt;=, </a:t>
            </a:r>
            <a:r>
              <a:rPr lang="vi-VN" sz="2400" dirty="0" smtClean="0">
                <a:latin typeface="Times New Roman" panose="02020603050405020304" pitchFamily="18" charset="0"/>
                <a:cs typeface="Times New Roman" panose="02020603050405020304" pitchFamily="18" charset="0"/>
              </a:rPr>
              <a:t>&lt;=.</a:t>
            </a:r>
            <a:endParaRPr lang="en-US" sz="2400" dirty="0" smtClean="0">
              <a:latin typeface="Times New Roman" panose="02020603050405020304" pitchFamily="18" charset="0"/>
              <a:cs typeface="Times New Roman" panose="02020603050405020304" pitchFamily="18" charset="0"/>
            </a:endParaRPr>
          </a:p>
          <a:p>
            <a:r>
              <a:rPr lang="vi-VN" sz="2400" dirty="0" smtClean="0">
                <a:latin typeface="Times New Roman" panose="02020603050405020304" pitchFamily="18" charset="0"/>
                <a:cs typeface="Times New Roman" panose="02020603050405020304" pitchFamily="18" charset="0"/>
              </a:rPr>
              <a:t>Toán </a:t>
            </a:r>
            <a:r>
              <a:rPr lang="vi-VN" sz="2400" dirty="0">
                <a:latin typeface="Times New Roman" panose="02020603050405020304" pitchFamily="18" charset="0"/>
                <a:cs typeface="Times New Roman" panose="02020603050405020304" pitchFamily="18" charset="0"/>
              </a:rPr>
              <a:t>tử logic: &amp;&amp; (và), || (hoặc), ! (phủ định</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vi-VN" sz="2400" dirty="0" smtClean="0">
                <a:latin typeface="Times New Roman" panose="02020603050405020304" pitchFamily="18" charset="0"/>
                <a:cs typeface="Times New Roman" panose="02020603050405020304" pitchFamily="18" charset="0"/>
              </a:rPr>
              <a:t>Toán </a:t>
            </a:r>
            <a:r>
              <a:rPr lang="vi-VN" sz="2400" dirty="0">
                <a:latin typeface="Times New Roman" panose="02020603050405020304" pitchFamily="18" charset="0"/>
                <a:cs typeface="Times New Roman" panose="02020603050405020304" pitchFamily="18" charset="0"/>
              </a:rPr>
              <a:t>tử gán: =, +=, -=, *=, /=.Toán tử điều kiện (ternary operator): condition ? expr1 : expr2.</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3299424" y="4378178"/>
            <a:ext cx="6748466" cy="1854472"/>
          </a:xfrm>
          <a:prstGeom prst="rect">
            <a:avLst/>
          </a:prstGeom>
        </p:spPr>
      </p:pic>
    </p:spTree>
    <p:extLst>
      <p:ext uri="{BB962C8B-B14F-4D97-AF65-F5344CB8AC3E}">
        <p14:creationId xmlns:p14="http://schemas.microsoft.com/office/powerpoint/2010/main" val="1805455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smtClean="0">
                <a:latin typeface="Times New Roman" panose="02020603050405020304" pitchFamily="18" charset="0"/>
                <a:cs typeface="Times New Roman" panose="02020603050405020304" pitchFamily="18" charset="0"/>
              </a:rPr>
              <a:t>3.4</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Câu</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lệnh</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điều</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kiện</a:t>
            </a:r>
            <a:r>
              <a:rPr lang="en-US" sz="2800" b="1" dirty="0">
                <a:latin typeface="Times New Roman" panose="02020603050405020304" pitchFamily="18" charset="0"/>
                <a:cs typeface="Times New Roman" panose="02020603050405020304" pitchFamily="18" charset="0"/>
              </a:rPr>
              <a:t> (if, else, switch)</a:t>
            </a:r>
          </a:p>
        </p:txBody>
      </p:sp>
      <p:sp>
        <p:nvSpPr>
          <p:cNvPr id="4" name="Text Placeholder 3"/>
          <p:cNvSpPr>
            <a:spLocks noGrp="1"/>
          </p:cNvSpPr>
          <p:nvPr>
            <p:ph type="body" idx="1"/>
          </p:nvPr>
        </p:nvSpPr>
        <p:spPr>
          <a:xfrm>
            <a:off x="838200" y="1613043"/>
            <a:ext cx="6109138" cy="4563920"/>
          </a:xfrm>
        </p:spPr>
        <p:txBody>
          <a:bodyPr>
            <a:normAutofit/>
          </a:bodyPr>
          <a:lstStyle/>
          <a:p>
            <a:pPr marL="114300" indent="0">
              <a:buNone/>
            </a:pPr>
            <a:r>
              <a:rPr lang="vi-VN" sz="2400" b="1" dirty="0">
                <a:latin typeface="Times New Roman" panose="02020603050405020304" pitchFamily="18" charset="0"/>
                <a:cs typeface="Times New Roman" panose="02020603050405020304" pitchFamily="18" charset="0"/>
              </a:rPr>
              <a:t>Sử dụng để kiểm tra điều kiện và thực hiện hành động tương ứng</a:t>
            </a:r>
            <a:r>
              <a:rPr lang="vi-VN" sz="2400" b="1" dirty="0" smtClean="0">
                <a:latin typeface="Times New Roman" panose="02020603050405020304" pitchFamily="18" charset="0"/>
                <a:cs typeface="Times New Roman" panose="02020603050405020304" pitchFamily="18" charset="0"/>
              </a:rPr>
              <a:t>.</a:t>
            </a:r>
            <a:endParaRPr lang="en-US" sz="2400" b="1" dirty="0" smtClean="0">
              <a:latin typeface="Times New Roman" panose="02020603050405020304" pitchFamily="18" charset="0"/>
              <a:cs typeface="Times New Roman" panose="02020603050405020304" pitchFamily="18" charset="0"/>
            </a:endParaRPr>
          </a:p>
          <a:p>
            <a:r>
              <a:rPr lang="vi-VN" sz="2400" b="1" dirty="0" smtClean="0">
                <a:latin typeface="Times New Roman" panose="02020603050405020304" pitchFamily="18" charset="0"/>
                <a:cs typeface="Times New Roman" panose="02020603050405020304" pitchFamily="18" charset="0"/>
              </a:rPr>
              <a:t>if</a:t>
            </a:r>
            <a:r>
              <a:rPr lang="vi-VN" sz="2400" b="1"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Kiểm tra một điều kiện và thực hiện hành động nếu điều kiện đúng</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vi-VN" sz="2400" b="1" dirty="0" smtClean="0">
                <a:latin typeface="Times New Roman" panose="02020603050405020304" pitchFamily="18" charset="0"/>
                <a:cs typeface="Times New Roman" panose="02020603050405020304" pitchFamily="18" charset="0"/>
              </a:rPr>
              <a:t>else</a:t>
            </a:r>
            <a:r>
              <a:rPr lang="vi-VN" sz="2400" b="1"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Thực hiện hành động nếu điều kiện if sai</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vi-VN" sz="2400" b="1" dirty="0" smtClean="0">
                <a:latin typeface="Times New Roman" panose="02020603050405020304" pitchFamily="18" charset="0"/>
                <a:cs typeface="Times New Roman" panose="02020603050405020304" pitchFamily="18" charset="0"/>
              </a:rPr>
              <a:t>switch</a:t>
            </a:r>
            <a:r>
              <a:rPr lang="vi-VN" sz="2400" b="1"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Kiểm tra một giá trị với nhiều trường hợp khác nhau.</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7097764" y="642548"/>
            <a:ext cx="4744112" cy="5572903"/>
          </a:xfrm>
          <a:prstGeom prst="rect">
            <a:avLst/>
          </a:prstGeom>
        </p:spPr>
      </p:pic>
    </p:spTree>
    <p:extLst>
      <p:ext uri="{BB962C8B-B14F-4D97-AF65-F5344CB8AC3E}">
        <p14:creationId xmlns:p14="http://schemas.microsoft.com/office/powerpoint/2010/main" val="1766529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smtClean="0">
                <a:latin typeface="Times New Roman" panose="02020603050405020304" pitchFamily="18" charset="0"/>
                <a:cs typeface="Times New Roman" panose="02020603050405020304" pitchFamily="18" charset="0"/>
              </a:rPr>
              <a:t>3.5</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Vòng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lặp</a:t>
            </a:r>
            <a:r>
              <a:rPr lang="en-US" sz="2800" b="1" dirty="0">
                <a:latin typeface="Times New Roman" panose="02020603050405020304" pitchFamily="18" charset="0"/>
                <a:cs typeface="Times New Roman" panose="02020603050405020304" pitchFamily="18" charset="0"/>
              </a:rPr>
              <a:t> (Loops)</a:t>
            </a:r>
          </a:p>
        </p:txBody>
      </p:sp>
      <p:sp>
        <p:nvSpPr>
          <p:cNvPr id="4" name="Text Placeholder 3"/>
          <p:cNvSpPr>
            <a:spLocks noGrp="1"/>
          </p:cNvSpPr>
          <p:nvPr>
            <p:ph type="body" idx="1"/>
          </p:nvPr>
        </p:nvSpPr>
        <p:spPr>
          <a:xfrm>
            <a:off x="838200" y="1613043"/>
            <a:ext cx="6077607" cy="4563920"/>
          </a:xfrm>
        </p:spPr>
        <p:txBody>
          <a:bodyPr>
            <a:normAutofit/>
          </a:bodyPr>
          <a:lstStyle/>
          <a:p>
            <a:pPr marL="114300" indent="0">
              <a:buNone/>
            </a:pPr>
            <a:r>
              <a:rPr lang="vi-VN" sz="2400" b="1" dirty="0">
                <a:latin typeface="Times New Roman" panose="02020603050405020304" pitchFamily="18" charset="0"/>
                <a:cs typeface="Times New Roman" panose="02020603050405020304" pitchFamily="18" charset="0"/>
              </a:rPr>
              <a:t>JavaScript cung cấp nhiều cách để lặp qua các phần tử hoặc thực hiện hành động nhiều lần</a:t>
            </a:r>
            <a:r>
              <a:rPr lang="vi-VN" sz="2400" b="1" dirty="0" smtClean="0">
                <a:latin typeface="Times New Roman" panose="02020603050405020304" pitchFamily="18" charset="0"/>
                <a:cs typeface="Times New Roman" panose="02020603050405020304" pitchFamily="18" charset="0"/>
              </a:rPr>
              <a:t>.</a:t>
            </a:r>
            <a:endParaRPr lang="en-US" sz="2400" b="1" dirty="0" smtClean="0">
              <a:latin typeface="Times New Roman" panose="02020603050405020304" pitchFamily="18" charset="0"/>
              <a:cs typeface="Times New Roman" panose="02020603050405020304" pitchFamily="18" charset="0"/>
            </a:endParaRPr>
          </a:p>
          <a:p>
            <a:r>
              <a:rPr lang="vi-VN" sz="2400" b="1" dirty="0" smtClean="0">
                <a:latin typeface="Times New Roman" panose="02020603050405020304" pitchFamily="18" charset="0"/>
                <a:cs typeface="Times New Roman" panose="02020603050405020304" pitchFamily="18" charset="0"/>
              </a:rPr>
              <a:t>for</a:t>
            </a:r>
            <a:r>
              <a:rPr lang="vi-VN" sz="2400" b="1"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Dùng để lặp qua một số lần xác định</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vi-VN" sz="2400" b="1" dirty="0" smtClean="0">
                <a:latin typeface="Times New Roman" panose="02020603050405020304" pitchFamily="18" charset="0"/>
                <a:cs typeface="Times New Roman" panose="02020603050405020304" pitchFamily="18" charset="0"/>
              </a:rPr>
              <a:t>while</a:t>
            </a:r>
            <a:r>
              <a:rPr lang="vi-VN" sz="2400" b="1"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Lặp khi điều kiện là true</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vi-VN" sz="2400" b="1" dirty="0" smtClean="0">
                <a:latin typeface="Times New Roman" panose="02020603050405020304" pitchFamily="18" charset="0"/>
                <a:cs typeface="Times New Roman" panose="02020603050405020304" pitchFamily="18" charset="0"/>
              </a:rPr>
              <a:t>do</a:t>
            </a:r>
            <a:r>
              <a:rPr lang="vi-VN" sz="2400" b="1" dirty="0">
                <a:latin typeface="Times New Roman" panose="02020603050405020304" pitchFamily="18" charset="0"/>
                <a:cs typeface="Times New Roman" panose="02020603050405020304" pitchFamily="18" charset="0"/>
              </a:rPr>
              <a:t>...while: </a:t>
            </a:r>
            <a:r>
              <a:rPr lang="vi-VN" sz="2400" dirty="0">
                <a:latin typeface="Times New Roman" panose="02020603050405020304" pitchFamily="18" charset="0"/>
                <a:cs typeface="Times New Roman" panose="02020603050405020304" pitchFamily="18" charset="0"/>
              </a:rPr>
              <a:t>Lặp ít nhất một lần và tiếp tục nếu điều kiện đúng</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vi-VN" sz="2400" b="1" dirty="0" smtClean="0">
                <a:latin typeface="Times New Roman" panose="02020603050405020304" pitchFamily="18" charset="0"/>
                <a:cs typeface="Times New Roman" panose="02020603050405020304" pitchFamily="18" charset="0"/>
              </a:rPr>
              <a:t>for</a:t>
            </a:r>
            <a:r>
              <a:rPr lang="vi-VN" sz="2400" b="1" dirty="0">
                <a:latin typeface="Times New Roman" panose="02020603050405020304" pitchFamily="18" charset="0"/>
                <a:cs typeface="Times New Roman" panose="02020603050405020304" pitchFamily="18" charset="0"/>
              </a:rPr>
              <a:t>...in: </a:t>
            </a:r>
            <a:r>
              <a:rPr lang="vi-VN" sz="2400" dirty="0">
                <a:latin typeface="Times New Roman" panose="02020603050405020304" pitchFamily="18" charset="0"/>
                <a:cs typeface="Times New Roman" panose="02020603050405020304" pitchFamily="18" charset="0"/>
              </a:rPr>
              <a:t>Dùng để lặp qua các thuộc tính của đối tượng</a:t>
            </a:r>
            <a:r>
              <a:rPr lang="vi-VN"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vi-VN" sz="2400" b="1" dirty="0" smtClean="0">
                <a:latin typeface="Times New Roman" panose="02020603050405020304" pitchFamily="18" charset="0"/>
                <a:cs typeface="Times New Roman" panose="02020603050405020304" pitchFamily="18" charset="0"/>
              </a:rPr>
              <a:t>for</a:t>
            </a:r>
            <a:r>
              <a:rPr lang="vi-VN" sz="2400" b="1" dirty="0">
                <a:latin typeface="Times New Roman" panose="02020603050405020304" pitchFamily="18" charset="0"/>
                <a:cs typeface="Times New Roman" panose="02020603050405020304" pitchFamily="18" charset="0"/>
              </a:rPr>
              <a:t>...of: </a:t>
            </a:r>
            <a:r>
              <a:rPr lang="vi-VN" sz="2400" dirty="0">
                <a:latin typeface="Times New Roman" panose="02020603050405020304" pitchFamily="18" charset="0"/>
                <a:cs typeface="Times New Roman" panose="02020603050405020304" pitchFamily="18" charset="0"/>
              </a:rPr>
              <a:t>Dùng để lặp qua các phần tử trong một mảng.</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6915807" y="1713200"/>
            <a:ext cx="5069099" cy="4363606"/>
          </a:xfrm>
          <a:prstGeom prst="rect">
            <a:avLst/>
          </a:prstGeom>
        </p:spPr>
      </p:pic>
    </p:spTree>
    <p:extLst>
      <p:ext uri="{BB962C8B-B14F-4D97-AF65-F5344CB8AC3E}">
        <p14:creationId xmlns:p14="http://schemas.microsoft.com/office/powerpoint/2010/main" val="568077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smtClean="0">
                <a:latin typeface="Times New Roman" panose="02020603050405020304" pitchFamily="18" charset="0"/>
                <a:cs typeface="Times New Roman" panose="02020603050405020304" pitchFamily="18" charset="0"/>
              </a:rPr>
              <a:t>3.6</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Hàm</a:t>
            </a:r>
            <a:r>
              <a:rPr lang="en-US" sz="2800" b="1" dirty="0">
                <a:latin typeface="Times New Roman" panose="02020603050405020304" pitchFamily="18" charset="0"/>
                <a:cs typeface="Times New Roman" panose="02020603050405020304" pitchFamily="18" charset="0"/>
              </a:rPr>
              <a:t> (Functions)</a:t>
            </a:r>
          </a:p>
        </p:txBody>
      </p:sp>
      <p:sp>
        <p:nvSpPr>
          <p:cNvPr id="4" name="Text Placeholder 3"/>
          <p:cNvSpPr>
            <a:spLocks noGrp="1"/>
          </p:cNvSpPr>
          <p:nvPr>
            <p:ph type="body" idx="1"/>
          </p:nvPr>
        </p:nvSpPr>
        <p:spPr>
          <a:xfrm>
            <a:off x="838200" y="1613043"/>
            <a:ext cx="6865883" cy="4563920"/>
          </a:xfrm>
        </p:spPr>
        <p:txBody>
          <a:bodyPr>
            <a:normAutofit/>
          </a:bodyPr>
          <a:lstStyle/>
          <a:p>
            <a:pPr marL="114300" indent="0">
              <a:buNone/>
            </a:pPr>
            <a:r>
              <a:rPr lang="en-US" sz="2400" b="1" dirty="0" err="1">
                <a:latin typeface="Times New Roman" panose="02020603050405020304" pitchFamily="18" charset="0"/>
                <a:cs typeface="Times New Roman" panose="02020603050405020304" pitchFamily="18" charset="0"/>
              </a:rPr>
              <a:t>Hàm</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trong</a:t>
            </a:r>
            <a:r>
              <a:rPr lang="en-US" sz="2400" b="1" dirty="0">
                <a:latin typeface="Times New Roman" panose="02020603050405020304" pitchFamily="18" charset="0"/>
                <a:cs typeface="Times New Roman" panose="02020603050405020304" pitchFamily="18" charset="0"/>
              </a:rPr>
              <a:t> JavaScript </a:t>
            </a:r>
            <a:r>
              <a:rPr lang="en-US" sz="2400" b="1" dirty="0" err="1">
                <a:latin typeface="Times New Roman" panose="02020603050405020304" pitchFamily="18" charset="0"/>
                <a:cs typeface="Times New Roman" panose="02020603050405020304" pitchFamily="18" charset="0"/>
              </a:rPr>
              <a:t>là</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một</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khối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mã</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có</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thể</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tái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sử</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dụng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giúp</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tổ</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chức</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mã</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và</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thực</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hiện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các</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tác</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vụ</a:t>
            </a:r>
            <a:r>
              <a:rPr lang="en-US" sz="2400" b="1"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q"/>
            </a:pPr>
            <a:r>
              <a:rPr lang="en-US" sz="2400" b="1" dirty="0" err="1" smtClean="0">
                <a:latin typeface="Times New Roman" panose="02020603050405020304" pitchFamily="18" charset="0"/>
                <a:cs typeface="Times New Roman" panose="02020603050405020304" pitchFamily="18" charset="0"/>
              </a:rPr>
              <a:t>Khởi</a:t>
            </a:r>
            <a:r>
              <a:rPr lang="en-US" sz="2400" b="1" dirty="0" smtClean="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tạo</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hàm</a:t>
            </a:r>
            <a:r>
              <a:rPr lang="en-US" sz="2400" b="1"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từ</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khóa</a:t>
            </a:r>
            <a:r>
              <a:rPr lang="en-US" sz="2400" dirty="0">
                <a:latin typeface="Times New Roman" panose="02020603050405020304" pitchFamily="18" charset="0"/>
                <a:cs typeface="Times New Roman" panose="02020603050405020304" pitchFamily="18" charset="0"/>
              </a:rPr>
              <a:t> function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hàm</a:t>
            </a:r>
            <a:r>
              <a:rPr lang="en-US" sz="24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q"/>
            </a:pPr>
            <a:r>
              <a:rPr lang="en-US" sz="2400" b="1" dirty="0" err="1" smtClean="0">
                <a:latin typeface="Times New Roman" panose="02020603050405020304" pitchFamily="18" charset="0"/>
                <a:cs typeface="Times New Roman" panose="02020603050405020304" pitchFamily="18" charset="0"/>
              </a:rPr>
              <a:t>Hàm</a:t>
            </a:r>
            <a:r>
              <a:rPr lang="en-US" sz="2400" b="1" dirty="0" smtClean="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không</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có</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tham</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số</a:t>
            </a:r>
            <a:r>
              <a:rPr lang="en-US" sz="2400" b="1"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Hàm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nhận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nào</a:t>
            </a:r>
            <a:r>
              <a:rPr lang="en-US" sz="24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q"/>
            </a:pPr>
            <a:r>
              <a:rPr lang="en-US" sz="2400" b="1" dirty="0" err="1" smtClean="0">
                <a:latin typeface="Times New Roman" panose="02020603050405020304" pitchFamily="18" charset="0"/>
                <a:cs typeface="Times New Roman" panose="02020603050405020304" pitchFamily="18" charset="0"/>
              </a:rPr>
              <a:t>Hàm</a:t>
            </a:r>
            <a:r>
              <a:rPr lang="en-US" sz="2400" b="1" dirty="0" smtClean="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có</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tham</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số</a:t>
            </a:r>
            <a:r>
              <a:rPr lang="en-US" sz="2400" b="1"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Hàm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nhận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gọi</a:t>
            </a:r>
            <a:r>
              <a:rPr lang="en-US" sz="24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q"/>
            </a:pPr>
            <a:r>
              <a:rPr lang="en-US" sz="2400" b="1" dirty="0" err="1" smtClean="0">
                <a:latin typeface="Times New Roman" panose="02020603050405020304" pitchFamily="18" charset="0"/>
                <a:cs typeface="Times New Roman" panose="02020603050405020304" pitchFamily="18" charset="0"/>
              </a:rPr>
              <a:t>Hàm</a:t>
            </a:r>
            <a:r>
              <a:rPr lang="en-US" sz="2400" b="1" dirty="0" smtClean="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có</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giá</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trị</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trả</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về</a:t>
            </a:r>
            <a:r>
              <a:rPr lang="en-US" sz="2400" b="1"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Hàm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trị</a:t>
            </a:r>
            <a:r>
              <a:rPr lang="en-US" sz="2400" dirty="0">
                <a:latin typeface="Times New Roman" panose="02020603050405020304" pitchFamily="18" charset="0"/>
                <a:cs typeface="Times New Roman" panose="02020603050405020304" pitchFamily="18" charset="0"/>
              </a:rPr>
              <a:t>.</a:t>
            </a: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7704083" y="2310357"/>
            <a:ext cx="4467849" cy="3696216"/>
          </a:xfrm>
          <a:prstGeom prst="rect">
            <a:avLst/>
          </a:prstGeom>
        </p:spPr>
      </p:pic>
    </p:spTree>
    <p:extLst>
      <p:ext uri="{BB962C8B-B14F-4D97-AF65-F5344CB8AC3E}">
        <p14:creationId xmlns:p14="http://schemas.microsoft.com/office/powerpoint/2010/main" val="4177413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smtClean="0">
                <a:latin typeface="Times New Roman" panose="02020603050405020304" pitchFamily="18" charset="0"/>
                <a:cs typeface="Times New Roman" panose="02020603050405020304" pitchFamily="18" charset="0"/>
              </a:rPr>
              <a:t>3.7</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Mảng</a:t>
            </a:r>
            <a:r>
              <a:rPr lang="en-US" sz="2800" b="1" dirty="0">
                <a:latin typeface="Times New Roman" panose="02020603050405020304" pitchFamily="18" charset="0"/>
                <a:cs typeface="Times New Roman" panose="02020603050405020304" pitchFamily="18" charset="0"/>
              </a:rPr>
              <a:t> (Arrays)</a:t>
            </a:r>
          </a:p>
        </p:txBody>
      </p:sp>
      <p:sp>
        <p:nvSpPr>
          <p:cNvPr id="4" name="Text Placeholder 3"/>
          <p:cNvSpPr>
            <a:spLocks noGrp="1"/>
          </p:cNvSpPr>
          <p:nvPr>
            <p:ph type="body" idx="1"/>
          </p:nvPr>
        </p:nvSpPr>
        <p:spPr>
          <a:xfrm>
            <a:off x="838200" y="1613043"/>
            <a:ext cx="10515600" cy="4563920"/>
          </a:xfrm>
        </p:spPr>
        <p:txBody>
          <a:bodyPr>
            <a:normAutofit/>
          </a:bodyPr>
          <a:lstStyle/>
          <a:p>
            <a:r>
              <a:rPr lang="vi-VN" sz="2400" dirty="0">
                <a:latin typeface="Times New Roman" panose="02020603050405020304" pitchFamily="18" charset="0"/>
                <a:cs typeface="Times New Roman" panose="02020603050405020304" pitchFamily="18" charset="0"/>
              </a:rPr>
              <a:t>Mảng trong JavaScript là một đối tượng dùng để lưu trữ nhiều giá trị theo thứ tự. Mảng có thể chứa bất kỳ kiểu dữ liệu nào.</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1324264" y="2662888"/>
            <a:ext cx="7630590" cy="1409897"/>
          </a:xfrm>
          <a:prstGeom prst="rect">
            <a:avLst/>
          </a:prstGeom>
        </p:spPr>
      </p:pic>
    </p:spTree>
    <p:extLst>
      <p:ext uri="{BB962C8B-B14F-4D97-AF65-F5344CB8AC3E}">
        <p14:creationId xmlns:p14="http://schemas.microsoft.com/office/powerpoint/2010/main" val="1761349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3" name="Title 2"/>
          <p:cNvSpPr>
            <a:spLocks noGrp="1"/>
          </p:cNvSpPr>
          <p:nvPr>
            <p:ph type="title"/>
          </p:nvPr>
        </p:nvSpPr>
        <p:spPr>
          <a:xfrm>
            <a:off x="838200" y="955497"/>
            <a:ext cx="9055813" cy="503433"/>
          </a:xfrm>
        </p:spPr>
        <p:txBody>
          <a:bodyPr>
            <a:normAutofit/>
          </a:bodyPr>
          <a:lstStyle/>
          <a:p>
            <a:r>
              <a:rPr lang="en-US" sz="2800" b="1" dirty="0" smtClean="0">
                <a:latin typeface="Times New Roman" panose="02020603050405020304" pitchFamily="18" charset="0"/>
                <a:cs typeface="Times New Roman" panose="02020603050405020304" pitchFamily="18" charset="0"/>
              </a:rPr>
              <a:t>3.</a:t>
            </a:r>
            <a:r>
              <a:rPr lang="vi-VN" sz="2800" b="1" dirty="0" smtClean="0">
                <a:latin typeface="Times New Roman" panose="02020603050405020304" pitchFamily="18" charset="0"/>
                <a:cs typeface="Times New Roman" panose="02020603050405020304" pitchFamily="18" charset="0"/>
              </a:rPr>
              <a:t>8</a:t>
            </a:r>
            <a:r>
              <a:rPr lang="vi-VN" sz="2800" b="1" dirty="0">
                <a:latin typeface="Times New Roman" panose="02020603050405020304" pitchFamily="18" charset="0"/>
                <a:cs typeface="Times New Roman" panose="02020603050405020304" pitchFamily="18" charset="0"/>
              </a:rPr>
              <a:t>. Đối tượng (Objects)</a:t>
            </a:r>
            <a:endParaRPr lang="en-US" sz="2800"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idx="1"/>
          </p:nvPr>
        </p:nvSpPr>
        <p:spPr>
          <a:xfrm>
            <a:off x="838200" y="1613043"/>
            <a:ext cx="10515600" cy="4563920"/>
          </a:xfrm>
        </p:spPr>
        <p:txBody>
          <a:bodyPr>
            <a:normAutofit/>
          </a:bodyPr>
          <a:lstStyle/>
          <a:p>
            <a:r>
              <a:rPr lang="vi-VN" sz="2400" dirty="0">
                <a:latin typeface="Times New Roman" panose="02020603050405020304" pitchFamily="18" charset="0"/>
                <a:cs typeface="Times New Roman" panose="02020603050405020304" pitchFamily="18" charset="0"/>
              </a:rPr>
              <a:t>Đối tượng trong JavaScript là một kiểu dữ liệu phức tạp, dùng để lưu trữ dữ liệu dưới dạng cặp khóa-giá trị (key-value pairs).</a:t>
            </a:r>
            <a:endParaRPr lang="en-US" sz="2400" dirty="0">
              <a:latin typeface="Times New Roman" panose="02020603050405020304" pitchFamily="18" charset="0"/>
              <a:cs typeface="Times New Roman" panose="02020603050405020304" pitchFamily="18" charset="0"/>
            </a:endParaRPr>
          </a:p>
        </p:txBody>
      </p:sp>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2" name="Picture 1"/>
          <p:cNvPicPr>
            <a:picLocks noChangeAspect="1"/>
          </p:cNvPicPr>
          <p:nvPr/>
        </p:nvPicPr>
        <p:blipFill>
          <a:blip r:embed="rId5"/>
          <a:stretch>
            <a:fillRect/>
          </a:stretch>
        </p:blipFill>
        <p:spPr>
          <a:xfrm>
            <a:off x="1447800" y="2568080"/>
            <a:ext cx="8440328" cy="3172268"/>
          </a:xfrm>
          <a:prstGeom prst="rect">
            <a:avLst/>
          </a:prstGeom>
        </p:spPr>
      </p:pic>
    </p:spTree>
    <p:extLst>
      <p:ext uri="{BB962C8B-B14F-4D97-AF65-F5344CB8AC3E}">
        <p14:creationId xmlns:p14="http://schemas.microsoft.com/office/powerpoint/2010/main" val="1695041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5" name="object 27"/>
          <p:cNvSpPr txBox="1">
            <a:spLocks noGrp="1"/>
          </p:cNvSpPr>
          <p:nvPr>
            <p:ph type="ftr" idx="11"/>
          </p:nvPr>
        </p:nvSpPr>
        <p:spPr>
          <a:xfrm>
            <a:off x="8077200" y="6492875"/>
            <a:ext cx="4114800" cy="365125"/>
          </a:xfrm>
          <a:prstGeom prst="rect">
            <a:avLst/>
          </a:prstGeom>
        </p:spPr>
        <p:txBody>
          <a:bodyPr vert="horz" wrap="square" lIns="0" tIns="0" rIns="0" bIns="0" rtlCol="0">
            <a:spAutoFit/>
          </a:bodyPr>
          <a:lstStyle/>
          <a:p>
            <a:pPr marL="12700">
              <a:lnSpc>
                <a:spcPct val="100000"/>
              </a:lnSpc>
            </a:pPr>
            <a:r>
              <a:rPr spc="-5" dirty="0">
                <a:latin typeface="+mn-lt"/>
              </a:rPr>
              <a:t>©</a:t>
            </a:r>
            <a:r>
              <a:rPr spc="5" dirty="0">
                <a:latin typeface="+mn-lt"/>
              </a:rPr>
              <a:t> </a:t>
            </a:r>
            <a:r>
              <a:rPr spc="-10" dirty="0">
                <a:latin typeface="+mn-lt"/>
              </a:rPr>
              <a:t>Copyright</a:t>
            </a:r>
            <a:r>
              <a:rPr spc="35" dirty="0">
                <a:latin typeface="+mn-lt"/>
              </a:rPr>
              <a:t> </a:t>
            </a:r>
            <a:r>
              <a:rPr lang="vi-VN" spc="-10" dirty="0" smtClean="0">
                <a:latin typeface="+mn-lt"/>
              </a:rPr>
              <a:t>2023 GV Nguyễn Đắc Kiên</a:t>
            </a:r>
            <a:endParaRPr spc="25" dirty="0">
              <a:latin typeface="+mn-lt"/>
            </a:endParaRPr>
          </a:p>
        </p:txBody>
      </p:sp>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47800" y="1307628"/>
            <a:ext cx="9031014" cy="4658711"/>
          </a:xfrm>
          <a:prstGeom prst="rect">
            <a:avLst/>
          </a:prstGeom>
        </p:spPr>
      </p:pic>
    </p:spTree>
    <p:extLst>
      <p:ext uri="{BB962C8B-B14F-4D97-AF65-F5344CB8AC3E}">
        <p14:creationId xmlns:p14="http://schemas.microsoft.com/office/powerpoint/2010/main" val="108930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Office Theme">
  <a:themeElements>
    <a:clrScheme name="9Slide - 2019">
      <a:dk1>
        <a:srgbClr val="000000"/>
      </a:dk1>
      <a:lt1>
        <a:srgbClr val="FFFFFF"/>
      </a:lt1>
      <a:dk2>
        <a:srgbClr val="092D6C"/>
      </a:dk2>
      <a:lt2>
        <a:srgbClr val="FCECD0"/>
      </a:lt2>
      <a:accent1>
        <a:srgbClr val="4FC1E9"/>
      </a:accent1>
      <a:accent2>
        <a:srgbClr val="48CFAD"/>
      </a:accent2>
      <a:accent3>
        <a:srgbClr val="A0D468"/>
      </a:accent3>
      <a:accent4>
        <a:srgbClr val="FFCE54"/>
      </a:accent4>
      <a:accent5>
        <a:srgbClr val="FC6E51"/>
      </a:accent5>
      <a:accent6>
        <a:srgbClr val="ED5565"/>
      </a:accent6>
      <a:hlink>
        <a:srgbClr val="5D9CEC"/>
      </a:hlink>
      <a:folHlink>
        <a:srgbClr val="AC92E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TotalTime>
  <Words>1668</Words>
  <Application>Microsoft Office PowerPoint</Application>
  <PresentationFormat>Widescreen</PresentationFormat>
  <Paragraphs>123</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Oi</vt:lpstr>
      <vt:lpstr>Times New Roman</vt:lpstr>
      <vt:lpstr>Arial</vt:lpstr>
      <vt:lpstr>Arial Unicode MS</vt:lpstr>
      <vt:lpstr>Wingdings</vt:lpstr>
      <vt:lpstr>Office Theme</vt:lpstr>
      <vt:lpstr>PowerPoint Presentation</vt:lpstr>
      <vt:lpstr>1 Javascript</vt:lpstr>
      <vt:lpstr>1.1 Giới thiệu</vt:lpstr>
      <vt:lpstr>1.1 Giới thiệu</vt:lpstr>
      <vt:lpstr>2 Cách sử dụng</vt:lpstr>
      <vt:lpstr>2 Cách sử dụng</vt:lpstr>
      <vt:lpstr>2 Cách sử dụng</vt:lpstr>
      <vt:lpstr>2 Cách sử dụng</vt:lpstr>
      <vt:lpstr>2 Cách sử dụng</vt:lpstr>
      <vt:lpstr>3 Các khái niệm cơ bản</vt:lpstr>
      <vt:lpstr>3.1 Biến (Variables)</vt:lpstr>
      <vt:lpstr>3.2. Kiểu dữ liệu (Data Types)</vt:lpstr>
      <vt:lpstr>3.2. Kiểu dữ liệu (Data Types)</vt:lpstr>
      <vt:lpstr>3.3. Toán tử (Operators)</vt:lpstr>
      <vt:lpstr>3.4. Câu lệnh điều kiện (if, else, switch)</vt:lpstr>
      <vt:lpstr>3.5. Vòng lặp (Loops)</vt:lpstr>
      <vt:lpstr>3.6. Hàm (Functions)</vt:lpstr>
      <vt:lpstr>3.7. Mảng (Arrays)</vt:lpstr>
      <vt:lpstr>3.8. Đối tượng (Objects)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7390</cp:lastModifiedBy>
  <cp:revision>10</cp:revision>
  <dcterms:created xsi:type="dcterms:W3CDTF">2020-08-07T13:14:06Z</dcterms:created>
  <dcterms:modified xsi:type="dcterms:W3CDTF">2025-03-23T15:15:24Z</dcterms:modified>
</cp:coreProperties>
</file>