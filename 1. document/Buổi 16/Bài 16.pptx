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315" r:id="rId3"/>
    <p:sldId id="304" r:id="rId4"/>
    <p:sldId id="533" r:id="rId5"/>
    <p:sldId id="557" r:id="rId6"/>
    <p:sldId id="534" r:id="rId7"/>
    <p:sldId id="535" r:id="rId8"/>
    <p:sldId id="536" r:id="rId9"/>
    <p:sldId id="508" r:id="rId10"/>
    <p:sldId id="537" r:id="rId11"/>
    <p:sldId id="538" r:id="rId12"/>
    <p:sldId id="539" r:id="rId13"/>
    <p:sldId id="540" r:id="rId14"/>
    <p:sldId id="541" r:id="rId15"/>
    <p:sldId id="542" r:id="rId16"/>
    <p:sldId id="543" r:id="rId17"/>
    <p:sldId id="544" r:id="rId18"/>
    <p:sldId id="545" r:id="rId19"/>
    <p:sldId id="488" r:id="rId20"/>
    <p:sldId id="546" r:id="rId21"/>
    <p:sldId id="547" r:id="rId22"/>
    <p:sldId id="549" r:id="rId23"/>
    <p:sldId id="548" r:id="rId24"/>
    <p:sldId id="550" r:id="rId25"/>
    <p:sldId id="551" r:id="rId26"/>
    <p:sldId id="552" r:id="rId27"/>
    <p:sldId id="553" r:id="rId28"/>
    <p:sldId id="554" r:id="rId29"/>
    <p:sldId id="555" r:id="rId30"/>
    <p:sldId id="556" r:id="rId31"/>
    <p:sldId id="27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4A8D"/>
    <a:srgbClr val="F374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18" autoAdjust="0"/>
    <p:restoredTop sz="90927" autoAdjust="0"/>
  </p:normalViewPr>
  <p:slideViewPr>
    <p:cSldViewPr showGuides="1">
      <p:cViewPr varScale="1">
        <p:scale>
          <a:sx n="82" d="100"/>
          <a:sy n="82" d="100"/>
        </p:scale>
        <p:origin x="802" y="77"/>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C0CA23-529A-4EF8-8223-71670FB2E6B0}" type="datetimeFigureOut">
              <a:rPr lang="en-US" smtClean="0"/>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BB3AC1-31BD-4489-AD65-1880DF521EC4}" type="slidenum">
              <a:rPr lang="en-US" smtClean="0"/>
              <a:t>‹#›</a:t>
            </a:fld>
            <a:endParaRPr lang="en-US"/>
          </a:p>
        </p:txBody>
      </p:sp>
    </p:spTree>
    <p:extLst>
      <p:ext uri="{BB962C8B-B14F-4D97-AF65-F5344CB8AC3E}">
        <p14:creationId xmlns:p14="http://schemas.microsoft.com/office/powerpoint/2010/main" val="3711154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04DA77-0714-4226-8456-DE0FB00C8765}"/>
              </a:ext>
            </a:extLst>
          </p:cNvPr>
          <p:cNvSpPr>
            <a:spLocks noGrp="1"/>
          </p:cNvSpPr>
          <p:nvPr>
            <p:ph type="dt" sz="half" idx="10"/>
          </p:nvPr>
        </p:nvSpPr>
        <p:spPr/>
        <p:txBody>
          <a:bodyPr/>
          <a:lstStyle/>
          <a:p>
            <a:fld id="{E69B9EE9-F3BF-4B40-83E7-C9BC68FDDB0E}" type="datetimeFigureOut">
              <a:rPr lang="en-US" smtClean="0"/>
              <a:t>3/22/2026</a:t>
            </a:fld>
            <a:endParaRPr lang="en-US"/>
          </a:p>
        </p:txBody>
      </p:sp>
      <p:sp>
        <p:nvSpPr>
          <p:cNvPr id="3" name="Footer Placeholder 2">
            <a:extLst>
              <a:ext uri="{FF2B5EF4-FFF2-40B4-BE49-F238E27FC236}">
                <a16:creationId xmlns:a16="http://schemas.microsoft.com/office/drawing/2014/main" id="{548689CE-C57C-4CCE-B5D7-91A284CB19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40DF66-3D9B-4E31-B419-8D199F946398}"/>
              </a:ext>
            </a:extLst>
          </p:cNvPr>
          <p:cNvSpPr>
            <a:spLocks noGrp="1"/>
          </p:cNvSpPr>
          <p:nvPr>
            <p:ph type="sldNum" sz="quarter" idx="12"/>
          </p:nvPr>
        </p:nvSpPr>
        <p:spPr/>
        <p:txBody>
          <a:bodyPr/>
          <a:lstStyle/>
          <a:p>
            <a:fld id="{17F55963-6440-4C45-BA09-4E6A99D1BBE0}" type="slidenum">
              <a:rPr lang="en-US" smtClean="0"/>
              <a:t>‹#›</a:t>
            </a:fld>
            <a:endParaRPr lang="en-US"/>
          </a:p>
        </p:txBody>
      </p:sp>
    </p:spTree>
    <p:extLst>
      <p:ext uri="{BB962C8B-B14F-4D97-AF65-F5344CB8AC3E}">
        <p14:creationId xmlns:p14="http://schemas.microsoft.com/office/powerpoint/2010/main" val="2464966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0A372-E784-4489-91B1-EB5F9893BA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E1B435-934F-44C4-8F1B-EC379BCB0879}"/>
              </a:ext>
            </a:extLst>
          </p:cNvPr>
          <p:cNvSpPr>
            <a:spLocks noGrp="1"/>
          </p:cNvSpPr>
          <p:nvPr>
            <p:ph type="dt" sz="half" idx="10"/>
          </p:nvPr>
        </p:nvSpPr>
        <p:spPr/>
        <p:txBody>
          <a:bodyPr/>
          <a:lstStyle/>
          <a:p>
            <a:fld id="{E69B9EE9-F3BF-4B40-83E7-C9BC68FDDB0E}" type="datetimeFigureOut">
              <a:rPr lang="en-US" smtClean="0"/>
              <a:t>3/22/2026</a:t>
            </a:fld>
            <a:endParaRPr lang="en-US"/>
          </a:p>
        </p:txBody>
      </p:sp>
      <p:sp>
        <p:nvSpPr>
          <p:cNvPr id="4" name="Footer Placeholder 3">
            <a:extLst>
              <a:ext uri="{FF2B5EF4-FFF2-40B4-BE49-F238E27FC236}">
                <a16:creationId xmlns:a16="http://schemas.microsoft.com/office/drawing/2014/main" id="{7D9BAE6C-C81A-448F-810E-8201A0E7DD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8452A-D52B-4D53-AA70-42F3E1B91326}"/>
              </a:ext>
            </a:extLst>
          </p:cNvPr>
          <p:cNvSpPr>
            <a:spLocks noGrp="1"/>
          </p:cNvSpPr>
          <p:nvPr>
            <p:ph type="sldNum" sz="quarter" idx="12"/>
          </p:nvPr>
        </p:nvSpPr>
        <p:spPr/>
        <p:txBody>
          <a:bodyPr/>
          <a:lstStyle/>
          <a:p>
            <a:fld id="{17F55963-6440-4C45-BA09-4E6A99D1BBE0}" type="slidenum">
              <a:rPr lang="en-US" smtClean="0"/>
              <a:t>‹#›</a:t>
            </a:fld>
            <a:endParaRPr lang="en-US"/>
          </a:p>
        </p:txBody>
      </p:sp>
    </p:spTree>
    <p:extLst>
      <p:ext uri="{BB962C8B-B14F-4D97-AF65-F5344CB8AC3E}">
        <p14:creationId xmlns:p14="http://schemas.microsoft.com/office/powerpoint/2010/main" val="2623287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6A006-59DD-41EF-BB59-5CF0A5B0F3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7CF5D0-5E86-4B07-82F0-4706674B42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32F55C-8EFE-4A66-9DB3-D0CB88777B6B}"/>
              </a:ext>
            </a:extLst>
          </p:cNvPr>
          <p:cNvSpPr>
            <a:spLocks noGrp="1"/>
          </p:cNvSpPr>
          <p:nvPr>
            <p:ph type="dt" sz="half" idx="10"/>
          </p:nvPr>
        </p:nvSpPr>
        <p:spPr/>
        <p:txBody>
          <a:bodyPr/>
          <a:lstStyle/>
          <a:p>
            <a:fld id="{E69B9EE9-F3BF-4B40-83E7-C9BC68FDDB0E}" type="datetimeFigureOut">
              <a:rPr lang="en-US" smtClean="0"/>
              <a:t>3/22/2026</a:t>
            </a:fld>
            <a:endParaRPr lang="en-US"/>
          </a:p>
        </p:txBody>
      </p:sp>
      <p:sp>
        <p:nvSpPr>
          <p:cNvPr id="5" name="Footer Placeholder 4">
            <a:extLst>
              <a:ext uri="{FF2B5EF4-FFF2-40B4-BE49-F238E27FC236}">
                <a16:creationId xmlns:a16="http://schemas.microsoft.com/office/drawing/2014/main" id="{B3E38045-8612-4FFC-BF9F-64FB98C8EF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615B52-8190-4B2D-852C-B23A268AE49F}"/>
              </a:ext>
            </a:extLst>
          </p:cNvPr>
          <p:cNvSpPr>
            <a:spLocks noGrp="1"/>
          </p:cNvSpPr>
          <p:nvPr>
            <p:ph type="sldNum" sz="quarter" idx="12"/>
          </p:nvPr>
        </p:nvSpPr>
        <p:spPr/>
        <p:txBody>
          <a:bodyPr/>
          <a:lstStyle/>
          <a:p>
            <a:fld id="{17F55963-6440-4C45-BA09-4E6A99D1BBE0}" type="slidenum">
              <a:rPr lang="en-US" smtClean="0"/>
              <a:t>‹#›</a:t>
            </a:fld>
            <a:endParaRPr lang="en-US"/>
          </a:p>
        </p:txBody>
      </p:sp>
    </p:spTree>
    <p:extLst>
      <p:ext uri="{BB962C8B-B14F-4D97-AF65-F5344CB8AC3E}">
        <p14:creationId xmlns:p14="http://schemas.microsoft.com/office/powerpoint/2010/main" val="1637402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2C063-6317-449C-A341-883F2682D4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53C2C5-1069-41AD-AB8E-A272B5F74D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335F9C6-7A1E-4BB1-8382-AF2048FA93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2CF1DA-3491-456F-B971-C43EFCD2163E}"/>
              </a:ext>
            </a:extLst>
          </p:cNvPr>
          <p:cNvSpPr>
            <a:spLocks noGrp="1"/>
          </p:cNvSpPr>
          <p:nvPr>
            <p:ph type="dt" sz="half" idx="10"/>
          </p:nvPr>
        </p:nvSpPr>
        <p:spPr/>
        <p:txBody>
          <a:bodyPr/>
          <a:lstStyle/>
          <a:p>
            <a:fld id="{E69B9EE9-F3BF-4B40-83E7-C9BC68FDDB0E}" type="datetimeFigureOut">
              <a:rPr lang="en-US" smtClean="0"/>
              <a:t>3/22/2026</a:t>
            </a:fld>
            <a:endParaRPr lang="en-US"/>
          </a:p>
        </p:txBody>
      </p:sp>
      <p:sp>
        <p:nvSpPr>
          <p:cNvPr id="6" name="Footer Placeholder 5">
            <a:extLst>
              <a:ext uri="{FF2B5EF4-FFF2-40B4-BE49-F238E27FC236}">
                <a16:creationId xmlns:a16="http://schemas.microsoft.com/office/drawing/2014/main" id="{A2D613E6-C32A-4783-9219-260167E50D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F57CA7-22C9-4637-98D5-45CB81C4CD6F}"/>
              </a:ext>
            </a:extLst>
          </p:cNvPr>
          <p:cNvSpPr>
            <a:spLocks noGrp="1"/>
          </p:cNvSpPr>
          <p:nvPr>
            <p:ph type="sldNum" sz="quarter" idx="12"/>
          </p:nvPr>
        </p:nvSpPr>
        <p:spPr/>
        <p:txBody>
          <a:bodyPr/>
          <a:lstStyle/>
          <a:p>
            <a:fld id="{17F55963-6440-4C45-BA09-4E6A99D1BBE0}" type="slidenum">
              <a:rPr lang="en-US" smtClean="0"/>
              <a:t>‹#›</a:t>
            </a:fld>
            <a:endParaRPr lang="en-US"/>
          </a:p>
        </p:txBody>
      </p:sp>
    </p:spTree>
    <p:extLst>
      <p:ext uri="{BB962C8B-B14F-4D97-AF65-F5344CB8AC3E}">
        <p14:creationId xmlns:p14="http://schemas.microsoft.com/office/powerpoint/2010/main" val="1804034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5C8BC-CF44-4FCD-ACB9-6C06E1FD0D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E26985-A785-4717-80AD-9B8D8F5B85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05A630-F12E-492E-A3AD-AE8A23606B49}"/>
              </a:ext>
            </a:extLst>
          </p:cNvPr>
          <p:cNvSpPr>
            <a:spLocks noGrp="1"/>
          </p:cNvSpPr>
          <p:nvPr>
            <p:ph type="dt" sz="half" idx="10"/>
          </p:nvPr>
        </p:nvSpPr>
        <p:spPr/>
        <p:txBody>
          <a:bodyPr/>
          <a:lstStyle/>
          <a:p>
            <a:fld id="{E69B9EE9-F3BF-4B40-83E7-C9BC68FDDB0E}" type="datetimeFigureOut">
              <a:rPr lang="en-US" smtClean="0"/>
              <a:t>3/22/2026</a:t>
            </a:fld>
            <a:endParaRPr lang="en-US"/>
          </a:p>
        </p:txBody>
      </p:sp>
      <p:sp>
        <p:nvSpPr>
          <p:cNvPr id="5" name="Footer Placeholder 4">
            <a:extLst>
              <a:ext uri="{FF2B5EF4-FFF2-40B4-BE49-F238E27FC236}">
                <a16:creationId xmlns:a16="http://schemas.microsoft.com/office/drawing/2014/main" id="{7F5C2166-B6AA-4084-B4D7-069DDC982D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20EA2-78ED-4391-B2FB-25000FDBCAA6}"/>
              </a:ext>
            </a:extLst>
          </p:cNvPr>
          <p:cNvSpPr>
            <a:spLocks noGrp="1"/>
          </p:cNvSpPr>
          <p:nvPr>
            <p:ph type="sldNum" sz="quarter" idx="12"/>
          </p:nvPr>
        </p:nvSpPr>
        <p:spPr/>
        <p:txBody>
          <a:bodyPr/>
          <a:lstStyle/>
          <a:p>
            <a:fld id="{17F55963-6440-4C45-BA09-4E6A99D1BBE0}" type="slidenum">
              <a:rPr lang="en-US" smtClean="0"/>
              <a:t>‹#›</a:t>
            </a:fld>
            <a:endParaRPr lang="en-US"/>
          </a:p>
        </p:txBody>
      </p:sp>
    </p:spTree>
    <p:extLst>
      <p:ext uri="{BB962C8B-B14F-4D97-AF65-F5344CB8AC3E}">
        <p14:creationId xmlns:p14="http://schemas.microsoft.com/office/powerpoint/2010/main" val="4275132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F1648-7584-4AEA-8C77-7809A781D6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69EACA-EA18-4330-8E00-A6EE638C59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741BCD-3A1F-4F81-8567-C86538D045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ECD319-65C0-4D9E-8CC8-C9F4B7BAB83C}"/>
              </a:ext>
            </a:extLst>
          </p:cNvPr>
          <p:cNvSpPr>
            <a:spLocks noGrp="1"/>
          </p:cNvSpPr>
          <p:nvPr>
            <p:ph type="dt" sz="half" idx="10"/>
          </p:nvPr>
        </p:nvSpPr>
        <p:spPr/>
        <p:txBody>
          <a:bodyPr/>
          <a:lstStyle/>
          <a:p>
            <a:fld id="{E69B9EE9-F3BF-4B40-83E7-C9BC68FDDB0E}" type="datetimeFigureOut">
              <a:rPr lang="en-US" smtClean="0"/>
              <a:t>3/22/2026</a:t>
            </a:fld>
            <a:endParaRPr lang="en-US"/>
          </a:p>
        </p:txBody>
      </p:sp>
      <p:sp>
        <p:nvSpPr>
          <p:cNvPr id="6" name="Footer Placeholder 5">
            <a:extLst>
              <a:ext uri="{FF2B5EF4-FFF2-40B4-BE49-F238E27FC236}">
                <a16:creationId xmlns:a16="http://schemas.microsoft.com/office/drawing/2014/main" id="{13AF69DE-49A0-40DA-9375-B38039E456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4ADCBC-3C3A-4256-87D5-D0D9AF50D871}"/>
              </a:ext>
            </a:extLst>
          </p:cNvPr>
          <p:cNvSpPr>
            <a:spLocks noGrp="1"/>
          </p:cNvSpPr>
          <p:nvPr>
            <p:ph type="sldNum" sz="quarter" idx="12"/>
          </p:nvPr>
        </p:nvSpPr>
        <p:spPr/>
        <p:txBody>
          <a:bodyPr/>
          <a:lstStyle/>
          <a:p>
            <a:fld id="{17F55963-6440-4C45-BA09-4E6A99D1BBE0}" type="slidenum">
              <a:rPr lang="en-US" smtClean="0"/>
              <a:t>‹#›</a:t>
            </a:fld>
            <a:endParaRPr lang="en-US"/>
          </a:p>
        </p:txBody>
      </p:sp>
    </p:spTree>
    <p:extLst>
      <p:ext uri="{BB962C8B-B14F-4D97-AF65-F5344CB8AC3E}">
        <p14:creationId xmlns:p14="http://schemas.microsoft.com/office/powerpoint/2010/main" val="3866236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9Slide.vn - 2019">
            <a:extLst>
              <a:ext uri="{FF2B5EF4-FFF2-40B4-BE49-F238E27FC236}">
                <a16:creationId xmlns:a16="http://schemas.microsoft.com/office/drawing/2014/main" id="{FE922A83-4E49-4FD7-BEC2-D933775F8304}"/>
              </a:ext>
            </a:extLst>
          </p:cNvPr>
          <p:cNvSpPr txBox="1"/>
          <p:nvPr userDrawn="1"/>
        </p:nvSpPr>
        <p:spPr>
          <a:xfrm>
            <a:off x="0" y="-712232"/>
            <a:ext cx="12192000" cy="369332"/>
          </a:xfrm>
          <a:prstGeom prst="rect">
            <a:avLst/>
          </a:prstGeom>
          <a:noFill/>
        </p:spPr>
        <p:txBody>
          <a:bodyPr vert="horz" wrap="none" lIns="0" tIns="0" rIns="0" bIns="0" rtlCol="0">
            <a:spAutoFit/>
          </a:bodyPr>
          <a:lstStyle/>
          <a:p>
            <a:pPr algn="ctr"/>
            <a:r>
              <a:rPr lang="en-US" sz="2400">
                <a:solidFill>
                  <a:srgbClr val="D7D7D7"/>
                </a:solidFill>
              </a:rPr>
              <a:t>www.9slide.vn</a:t>
            </a:r>
          </a:p>
        </p:txBody>
      </p:sp>
      <p:sp>
        <p:nvSpPr>
          <p:cNvPr id="2" name="Title Placeholder 1">
            <a:extLst>
              <a:ext uri="{FF2B5EF4-FFF2-40B4-BE49-F238E27FC236}">
                <a16:creationId xmlns:a16="http://schemas.microsoft.com/office/drawing/2014/main" id="{76CB0E7E-7BDA-4369-B06E-95E5B313A5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F2DE87-7D95-4722-9EE5-248D158C7F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D0A038-BC78-4ECC-BEFF-CCB515E484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9B9EE9-F3BF-4B40-83E7-C9BC68FDDB0E}" type="datetimeFigureOut">
              <a:rPr lang="en-US" smtClean="0"/>
              <a:t>3/22/2026</a:t>
            </a:fld>
            <a:endParaRPr lang="en-US"/>
          </a:p>
        </p:txBody>
      </p:sp>
      <p:sp>
        <p:nvSpPr>
          <p:cNvPr id="5" name="Footer Placeholder 4">
            <a:extLst>
              <a:ext uri="{FF2B5EF4-FFF2-40B4-BE49-F238E27FC236}">
                <a16:creationId xmlns:a16="http://schemas.microsoft.com/office/drawing/2014/main" id="{50ECDB14-4F91-4B5C-8ACA-1B5E7E69B7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B30118F-80C4-4861-A4D3-A50D382E7D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F55963-6440-4C45-BA09-4E6A99D1BBE0}" type="slidenum">
              <a:rPr lang="en-US" smtClean="0"/>
              <a:t>‹#›</a:t>
            </a:fld>
            <a:endParaRPr lang="en-US"/>
          </a:p>
        </p:txBody>
      </p:sp>
      <p:sp>
        <p:nvSpPr>
          <p:cNvPr id="7" name="Oval 6">
            <a:extLst>
              <a:ext uri="{FF2B5EF4-FFF2-40B4-BE49-F238E27FC236}">
                <a16:creationId xmlns:a16="http://schemas.microsoft.com/office/drawing/2014/main" id="{38D51644-545E-44E3-BC6E-2AD8AC8B2625}"/>
              </a:ext>
            </a:extLst>
          </p:cNvPr>
          <p:cNvSpPr/>
          <p:nvPr userDrawn="1"/>
        </p:nvSpPr>
        <p:spPr>
          <a:xfrm>
            <a:off x="-23164800" y="-13030200"/>
            <a:ext cx="395021" cy="39502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1B1CA3B-4E43-438A-9AA3-C4D817313CF4}"/>
              </a:ext>
            </a:extLst>
          </p:cNvPr>
          <p:cNvSpPr/>
          <p:nvPr userDrawn="1"/>
        </p:nvSpPr>
        <p:spPr>
          <a:xfrm>
            <a:off x="34961779" y="-13030200"/>
            <a:ext cx="395021" cy="39502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3004496-AE44-4F53-BEA8-30179F68F210}"/>
              </a:ext>
            </a:extLst>
          </p:cNvPr>
          <p:cNvSpPr/>
          <p:nvPr userDrawn="1"/>
        </p:nvSpPr>
        <p:spPr>
          <a:xfrm>
            <a:off x="34961779" y="19493179"/>
            <a:ext cx="395021" cy="39502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4C10C7B-BAE9-4433-8761-500EAC3C28A0}"/>
              </a:ext>
            </a:extLst>
          </p:cNvPr>
          <p:cNvSpPr/>
          <p:nvPr userDrawn="1"/>
        </p:nvSpPr>
        <p:spPr>
          <a:xfrm>
            <a:off x="-23164800" y="19493179"/>
            <a:ext cx="395021" cy="39502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CD0CE00B-B040-4546-AF5D-EEF96AA126B0}"/>
              </a:ext>
            </a:extLst>
          </p:cNvPr>
          <p:cNvGrpSpPr>
            <a:grpSpLocks noGrp="1" noSelect="1" noRot="1" noMove="1" noResize="1"/>
          </p:cNvGrpSpPr>
          <p:nvPr userDrawn="1">
            <p:custDataLst>
              <p:tags r:id="rId8"/>
            </p:custDataLst>
          </p:nvPr>
        </p:nvGrpSpPr>
        <p:grpSpPr>
          <a:xfrm>
            <a:off x="-2202100" y="-2224223"/>
            <a:ext cx="16596200" cy="11284323"/>
            <a:chOff x="-2202100" y="-2224223"/>
            <a:chExt cx="16596200" cy="11284323"/>
          </a:xfrm>
        </p:grpSpPr>
        <p:sp>
          <p:nvSpPr>
            <p:cNvPr id="12" name="Rectangle 11">
              <a:extLst>
                <a:ext uri="{FF2B5EF4-FFF2-40B4-BE49-F238E27FC236}">
                  <a16:creationId xmlns:a16="http://schemas.microsoft.com/office/drawing/2014/main" id="{AA423BDB-6737-4700-9989-01683A4147DA}"/>
                </a:ext>
              </a:extLst>
            </p:cNvPr>
            <p:cNvSpPr/>
            <p:nvPr/>
          </p:nvSpPr>
          <p:spPr>
            <a:xfrm>
              <a:off x="4851540" y="8494776"/>
              <a:ext cx="2488920" cy="565324"/>
            </a:xfrm>
            <a:prstGeom prst="rect">
              <a:avLst/>
            </a:prstGeom>
            <a:noFill/>
            <a:ln w="2159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extBox 12">
              <a:extLst>
                <a:ext uri="{FF2B5EF4-FFF2-40B4-BE49-F238E27FC236}">
                  <a16:creationId xmlns:a16="http://schemas.microsoft.com/office/drawing/2014/main" id="{391E50D3-44ED-477F-84FB-1E24BC65ED8F}"/>
                </a:ext>
              </a:extLst>
            </p:cNvPr>
            <p:cNvSpPr txBox="1"/>
            <p:nvPr/>
          </p:nvSpPr>
          <p:spPr>
            <a:xfrm>
              <a:off x="5006988" y="8647176"/>
              <a:ext cx="2178025" cy="260524"/>
            </a:xfrm>
            <a:custGeom>
              <a:avLst/>
              <a:gdLst/>
              <a:ahLst/>
              <a:cxnLst/>
              <a:rect l="l" t="t" r="r" b="b"/>
              <a:pathLst>
                <a:path w="2178025" h="260524">
                  <a:moveTo>
                    <a:pt x="1807648" y="222182"/>
                  </a:moveTo>
                  <a:cubicBezTo>
                    <a:pt x="1814010" y="222182"/>
                    <a:pt x="1818838" y="223968"/>
                    <a:pt x="1822130" y="227540"/>
                  </a:cubicBezTo>
                  <a:cubicBezTo>
                    <a:pt x="1825423" y="231111"/>
                    <a:pt x="1827070" y="235576"/>
                    <a:pt x="1827070" y="240934"/>
                  </a:cubicBezTo>
                  <a:cubicBezTo>
                    <a:pt x="1827070" y="246069"/>
                    <a:pt x="1825423" y="250366"/>
                    <a:pt x="1822130" y="253826"/>
                  </a:cubicBezTo>
                  <a:cubicBezTo>
                    <a:pt x="1818838" y="257287"/>
                    <a:pt x="1814010" y="259017"/>
                    <a:pt x="1807648" y="259017"/>
                  </a:cubicBezTo>
                  <a:cubicBezTo>
                    <a:pt x="1801285" y="259017"/>
                    <a:pt x="1796513" y="257287"/>
                    <a:pt x="1793332" y="253826"/>
                  </a:cubicBezTo>
                  <a:cubicBezTo>
                    <a:pt x="1790151" y="250366"/>
                    <a:pt x="1788560" y="246069"/>
                    <a:pt x="1788560" y="240934"/>
                  </a:cubicBezTo>
                  <a:cubicBezTo>
                    <a:pt x="1788560" y="235576"/>
                    <a:pt x="1790151" y="231111"/>
                    <a:pt x="1793332" y="227540"/>
                  </a:cubicBezTo>
                  <a:cubicBezTo>
                    <a:pt x="1796513" y="223968"/>
                    <a:pt x="1801285" y="222182"/>
                    <a:pt x="1807648" y="222182"/>
                  </a:cubicBezTo>
                  <a:close/>
                  <a:moveTo>
                    <a:pt x="807523" y="222182"/>
                  </a:moveTo>
                  <a:cubicBezTo>
                    <a:pt x="813885" y="222182"/>
                    <a:pt x="818713" y="223968"/>
                    <a:pt x="822005" y="227540"/>
                  </a:cubicBezTo>
                  <a:cubicBezTo>
                    <a:pt x="825298" y="231111"/>
                    <a:pt x="826945" y="235576"/>
                    <a:pt x="826945" y="240934"/>
                  </a:cubicBezTo>
                  <a:cubicBezTo>
                    <a:pt x="826945" y="246069"/>
                    <a:pt x="825298" y="250366"/>
                    <a:pt x="822005" y="253826"/>
                  </a:cubicBezTo>
                  <a:cubicBezTo>
                    <a:pt x="818713" y="257287"/>
                    <a:pt x="813885" y="259017"/>
                    <a:pt x="807523" y="259017"/>
                  </a:cubicBezTo>
                  <a:cubicBezTo>
                    <a:pt x="801160" y="259017"/>
                    <a:pt x="796388" y="257287"/>
                    <a:pt x="793207" y="253826"/>
                  </a:cubicBezTo>
                  <a:cubicBezTo>
                    <a:pt x="790026" y="250366"/>
                    <a:pt x="788435" y="246069"/>
                    <a:pt x="788435" y="240934"/>
                  </a:cubicBezTo>
                  <a:cubicBezTo>
                    <a:pt x="788435" y="235576"/>
                    <a:pt x="790026" y="231111"/>
                    <a:pt x="793207" y="227540"/>
                  </a:cubicBezTo>
                  <a:cubicBezTo>
                    <a:pt x="796388" y="223968"/>
                    <a:pt x="801160" y="222182"/>
                    <a:pt x="807523" y="222182"/>
                  </a:cubicBezTo>
                  <a:close/>
                  <a:moveTo>
                    <a:pt x="1488076" y="98952"/>
                  </a:moveTo>
                  <a:cubicBezTo>
                    <a:pt x="1472896" y="98952"/>
                    <a:pt x="1461064" y="104812"/>
                    <a:pt x="1452581" y="116532"/>
                  </a:cubicBezTo>
                  <a:cubicBezTo>
                    <a:pt x="1444098" y="128253"/>
                    <a:pt x="1439856" y="145610"/>
                    <a:pt x="1439856" y="168604"/>
                  </a:cubicBezTo>
                  <a:cubicBezTo>
                    <a:pt x="1439856" y="189142"/>
                    <a:pt x="1444098" y="205215"/>
                    <a:pt x="1452581" y="216824"/>
                  </a:cubicBezTo>
                  <a:cubicBezTo>
                    <a:pt x="1461064" y="228433"/>
                    <a:pt x="1472784" y="234237"/>
                    <a:pt x="1487741" y="234237"/>
                  </a:cubicBezTo>
                  <a:cubicBezTo>
                    <a:pt x="1507387" y="234237"/>
                    <a:pt x="1521730" y="225419"/>
                    <a:pt x="1530771" y="207783"/>
                  </a:cubicBezTo>
                  <a:lnTo>
                    <a:pt x="1530771" y="124569"/>
                  </a:lnTo>
                  <a:cubicBezTo>
                    <a:pt x="1521507" y="107491"/>
                    <a:pt x="1507275" y="98952"/>
                    <a:pt x="1488076" y="98952"/>
                  </a:cubicBezTo>
                  <a:close/>
                  <a:moveTo>
                    <a:pt x="1678241" y="98115"/>
                  </a:moveTo>
                  <a:cubicBezTo>
                    <a:pt x="1665740" y="98115"/>
                    <a:pt x="1655248" y="102663"/>
                    <a:pt x="1646764" y="111761"/>
                  </a:cubicBezTo>
                  <a:cubicBezTo>
                    <a:pt x="1638281" y="120858"/>
                    <a:pt x="1633035" y="133610"/>
                    <a:pt x="1631026" y="150019"/>
                  </a:cubicBezTo>
                  <a:lnTo>
                    <a:pt x="1721774" y="150019"/>
                  </a:lnTo>
                  <a:lnTo>
                    <a:pt x="1721774" y="147675"/>
                  </a:lnTo>
                  <a:cubicBezTo>
                    <a:pt x="1720881" y="131936"/>
                    <a:pt x="1716639" y="119742"/>
                    <a:pt x="1709049" y="111091"/>
                  </a:cubicBezTo>
                  <a:cubicBezTo>
                    <a:pt x="1701459" y="102440"/>
                    <a:pt x="1691190" y="98115"/>
                    <a:pt x="1678241" y="98115"/>
                  </a:cubicBezTo>
                  <a:close/>
                  <a:moveTo>
                    <a:pt x="1855700" y="76014"/>
                  </a:moveTo>
                  <a:lnTo>
                    <a:pt x="1887345" y="76014"/>
                  </a:lnTo>
                  <a:lnTo>
                    <a:pt x="1933389" y="215150"/>
                  </a:lnTo>
                  <a:lnTo>
                    <a:pt x="1978260" y="76014"/>
                  </a:lnTo>
                  <a:lnTo>
                    <a:pt x="2009905" y="76014"/>
                  </a:lnTo>
                  <a:lnTo>
                    <a:pt x="1944941" y="257175"/>
                  </a:lnTo>
                  <a:lnTo>
                    <a:pt x="1921334" y="257175"/>
                  </a:lnTo>
                  <a:close/>
                  <a:moveTo>
                    <a:pt x="1333370" y="76014"/>
                  </a:moveTo>
                  <a:lnTo>
                    <a:pt x="1364344" y="76014"/>
                  </a:lnTo>
                  <a:lnTo>
                    <a:pt x="1364344" y="257175"/>
                  </a:lnTo>
                  <a:lnTo>
                    <a:pt x="1333370" y="257175"/>
                  </a:lnTo>
                  <a:close/>
                  <a:moveTo>
                    <a:pt x="514350" y="76014"/>
                  </a:moveTo>
                  <a:lnTo>
                    <a:pt x="545157" y="76014"/>
                  </a:lnTo>
                  <a:lnTo>
                    <a:pt x="580820" y="211634"/>
                  </a:lnTo>
                  <a:lnTo>
                    <a:pt x="623013" y="76014"/>
                  </a:lnTo>
                  <a:lnTo>
                    <a:pt x="647960" y="76014"/>
                  </a:lnTo>
                  <a:lnTo>
                    <a:pt x="690990" y="214480"/>
                  </a:lnTo>
                  <a:lnTo>
                    <a:pt x="725816" y="76014"/>
                  </a:lnTo>
                  <a:lnTo>
                    <a:pt x="756791" y="76014"/>
                  </a:lnTo>
                  <a:lnTo>
                    <a:pt x="704050" y="257175"/>
                  </a:lnTo>
                  <a:lnTo>
                    <a:pt x="678935" y="257175"/>
                  </a:lnTo>
                  <a:lnTo>
                    <a:pt x="634901" y="119881"/>
                  </a:lnTo>
                  <a:lnTo>
                    <a:pt x="592038" y="257175"/>
                  </a:lnTo>
                  <a:lnTo>
                    <a:pt x="566923" y="257175"/>
                  </a:lnTo>
                  <a:close/>
                  <a:moveTo>
                    <a:pt x="257175" y="76014"/>
                  </a:moveTo>
                  <a:lnTo>
                    <a:pt x="287982" y="76014"/>
                  </a:lnTo>
                  <a:lnTo>
                    <a:pt x="323645" y="211634"/>
                  </a:lnTo>
                  <a:lnTo>
                    <a:pt x="365838" y="76014"/>
                  </a:lnTo>
                  <a:lnTo>
                    <a:pt x="390785" y="76014"/>
                  </a:lnTo>
                  <a:lnTo>
                    <a:pt x="433815" y="214480"/>
                  </a:lnTo>
                  <a:lnTo>
                    <a:pt x="468641" y="76014"/>
                  </a:lnTo>
                  <a:lnTo>
                    <a:pt x="499616" y="76014"/>
                  </a:lnTo>
                  <a:lnTo>
                    <a:pt x="446875" y="257175"/>
                  </a:lnTo>
                  <a:lnTo>
                    <a:pt x="421760" y="257175"/>
                  </a:lnTo>
                  <a:lnTo>
                    <a:pt x="377726" y="119881"/>
                  </a:lnTo>
                  <a:lnTo>
                    <a:pt x="334863" y="257175"/>
                  </a:lnTo>
                  <a:lnTo>
                    <a:pt x="309748" y="257175"/>
                  </a:lnTo>
                  <a:close/>
                  <a:moveTo>
                    <a:pt x="0" y="76014"/>
                  </a:moveTo>
                  <a:lnTo>
                    <a:pt x="30807" y="76014"/>
                  </a:lnTo>
                  <a:lnTo>
                    <a:pt x="66470" y="211634"/>
                  </a:lnTo>
                  <a:lnTo>
                    <a:pt x="108663" y="76014"/>
                  </a:lnTo>
                  <a:lnTo>
                    <a:pt x="133610" y="76014"/>
                  </a:lnTo>
                  <a:lnTo>
                    <a:pt x="176640" y="214480"/>
                  </a:lnTo>
                  <a:lnTo>
                    <a:pt x="211466" y="76014"/>
                  </a:lnTo>
                  <a:lnTo>
                    <a:pt x="242441" y="76014"/>
                  </a:lnTo>
                  <a:lnTo>
                    <a:pt x="189700" y="257175"/>
                  </a:lnTo>
                  <a:lnTo>
                    <a:pt x="164585" y="257175"/>
                  </a:lnTo>
                  <a:lnTo>
                    <a:pt x="120551" y="119881"/>
                  </a:lnTo>
                  <a:lnTo>
                    <a:pt x="77688" y="257175"/>
                  </a:lnTo>
                  <a:lnTo>
                    <a:pt x="52573" y="257175"/>
                  </a:lnTo>
                  <a:close/>
                  <a:moveTo>
                    <a:pt x="2120094" y="72666"/>
                  </a:moveTo>
                  <a:cubicBezTo>
                    <a:pt x="2158380" y="72666"/>
                    <a:pt x="2177690" y="94264"/>
                    <a:pt x="2178025" y="137461"/>
                  </a:cubicBezTo>
                  <a:lnTo>
                    <a:pt x="2178025" y="257175"/>
                  </a:lnTo>
                  <a:lnTo>
                    <a:pt x="2147050" y="257175"/>
                  </a:lnTo>
                  <a:lnTo>
                    <a:pt x="2147050" y="137294"/>
                  </a:lnTo>
                  <a:cubicBezTo>
                    <a:pt x="2146938" y="124234"/>
                    <a:pt x="2143953" y="114579"/>
                    <a:pt x="2138092" y="108328"/>
                  </a:cubicBezTo>
                  <a:cubicBezTo>
                    <a:pt x="2132232" y="102077"/>
                    <a:pt x="2123107" y="98952"/>
                    <a:pt x="2110717" y="98952"/>
                  </a:cubicBezTo>
                  <a:cubicBezTo>
                    <a:pt x="2100671" y="98952"/>
                    <a:pt x="2091853" y="101631"/>
                    <a:pt x="2084263" y="106989"/>
                  </a:cubicBezTo>
                  <a:cubicBezTo>
                    <a:pt x="2076673" y="112347"/>
                    <a:pt x="2070757" y="119379"/>
                    <a:pt x="2066515" y="128085"/>
                  </a:cubicBezTo>
                  <a:lnTo>
                    <a:pt x="2066515" y="257175"/>
                  </a:lnTo>
                  <a:lnTo>
                    <a:pt x="2035541" y="257175"/>
                  </a:lnTo>
                  <a:lnTo>
                    <a:pt x="2035541" y="76014"/>
                  </a:lnTo>
                  <a:lnTo>
                    <a:pt x="2064841" y="76014"/>
                  </a:lnTo>
                  <a:lnTo>
                    <a:pt x="2065846" y="98785"/>
                  </a:lnTo>
                  <a:cubicBezTo>
                    <a:pt x="2079687" y="81372"/>
                    <a:pt x="2097769" y="72666"/>
                    <a:pt x="2120094" y="72666"/>
                  </a:cubicBezTo>
                  <a:close/>
                  <a:moveTo>
                    <a:pt x="1678241" y="72666"/>
                  </a:moveTo>
                  <a:cubicBezTo>
                    <a:pt x="1701794" y="72666"/>
                    <a:pt x="1720099" y="80423"/>
                    <a:pt x="1733159" y="95938"/>
                  </a:cubicBezTo>
                  <a:cubicBezTo>
                    <a:pt x="1746219" y="111454"/>
                    <a:pt x="1752749" y="133666"/>
                    <a:pt x="1752749" y="162576"/>
                  </a:cubicBezTo>
                  <a:lnTo>
                    <a:pt x="1752749" y="175468"/>
                  </a:lnTo>
                  <a:lnTo>
                    <a:pt x="1630021" y="175468"/>
                  </a:lnTo>
                  <a:cubicBezTo>
                    <a:pt x="1630468" y="193328"/>
                    <a:pt x="1635686" y="207755"/>
                    <a:pt x="1645676" y="218749"/>
                  </a:cubicBezTo>
                  <a:cubicBezTo>
                    <a:pt x="1655666" y="229744"/>
                    <a:pt x="1668363" y="235241"/>
                    <a:pt x="1683767" y="235241"/>
                  </a:cubicBezTo>
                  <a:cubicBezTo>
                    <a:pt x="1694706" y="235241"/>
                    <a:pt x="1703970" y="233009"/>
                    <a:pt x="1711560" y="228544"/>
                  </a:cubicBezTo>
                  <a:cubicBezTo>
                    <a:pt x="1719151" y="224079"/>
                    <a:pt x="1725792" y="218163"/>
                    <a:pt x="1731485" y="210796"/>
                  </a:cubicBezTo>
                  <a:lnTo>
                    <a:pt x="1750405" y="225530"/>
                  </a:lnTo>
                  <a:cubicBezTo>
                    <a:pt x="1735224" y="248859"/>
                    <a:pt x="1712453" y="260524"/>
                    <a:pt x="1682092" y="260524"/>
                  </a:cubicBezTo>
                  <a:cubicBezTo>
                    <a:pt x="1657536" y="260524"/>
                    <a:pt x="1637556" y="252459"/>
                    <a:pt x="1622152" y="236330"/>
                  </a:cubicBezTo>
                  <a:cubicBezTo>
                    <a:pt x="1606748" y="220201"/>
                    <a:pt x="1599046" y="198630"/>
                    <a:pt x="1599046" y="171617"/>
                  </a:cubicBezTo>
                  <a:lnTo>
                    <a:pt x="1599046" y="165925"/>
                  </a:lnTo>
                  <a:cubicBezTo>
                    <a:pt x="1599046" y="147954"/>
                    <a:pt x="1602479" y="131908"/>
                    <a:pt x="1609343" y="117788"/>
                  </a:cubicBezTo>
                  <a:cubicBezTo>
                    <a:pt x="1616208" y="103668"/>
                    <a:pt x="1625807" y="92618"/>
                    <a:pt x="1638142" y="84637"/>
                  </a:cubicBezTo>
                  <a:cubicBezTo>
                    <a:pt x="1650476" y="76656"/>
                    <a:pt x="1663842" y="72666"/>
                    <a:pt x="1678241" y="72666"/>
                  </a:cubicBezTo>
                  <a:close/>
                  <a:moveTo>
                    <a:pt x="1129624" y="72666"/>
                  </a:moveTo>
                  <a:cubicBezTo>
                    <a:pt x="1150162" y="72666"/>
                    <a:pt x="1166822" y="77968"/>
                    <a:pt x="1179602" y="88572"/>
                  </a:cubicBezTo>
                  <a:cubicBezTo>
                    <a:pt x="1192383" y="99175"/>
                    <a:pt x="1198773" y="112737"/>
                    <a:pt x="1198773" y="129257"/>
                  </a:cubicBezTo>
                  <a:lnTo>
                    <a:pt x="1167631" y="129257"/>
                  </a:lnTo>
                  <a:cubicBezTo>
                    <a:pt x="1167631" y="120774"/>
                    <a:pt x="1164031" y="113463"/>
                    <a:pt x="1156831" y="107324"/>
                  </a:cubicBezTo>
                  <a:cubicBezTo>
                    <a:pt x="1149632" y="101185"/>
                    <a:pt x="1140563" y="98115"/>
                    <a:pt x="1129624" y="98115"/>
                  </a:cubicBezTo>
                  <a:cubicBezTo>
                    <a:pt x="1118350" y="98115"/>
                    <a:pt x="1109532" y="100571"/>
                    <a:pt x="1103170" y="105482"/>
                  </a:cubicBezTo>
                  <a:cubicBezTo>
                    <a:pt x="1096807" y="110393"/>
                    <a:pt x="1093626" y="116811"/>
                    <a:pt x="1093626" y="124737"/>
                  </a:cubicBezTo>
                  <a:cubicBezTo>
                    <a:pt x="1093626" y="132215"/>
                    <a:pt x="1096584" y="137852"/>
                    <a:pt x="1102500" y="141647"/>
                  </a:cubicBezTo>
                  <a:cubicBezTo>
                    <a:pt x="1108416" y="145442"/>
                    <a:pt x="1119104" y="149070"/>
                    <a:pt x="1134563" y="152530"/>
                  </a:cubicBezTo>
                  <a:cubicBezTo>
                    <a:pt x="1150023" y="155990"/>
                    <a:pt x="1162552" y="160120"/>
                    <a:pt x="1172151" y="164920"/>
                  </a:cubicBezTo>
                  <a:cubicBezTo>
                    <a:pt x="1181751" y="169720"/>
                    <a:pt x="1188867" y="175496"/>
                    <a:pt x="1193499" y="182249"/>
                  </a:cubicBezTo>
                  <a:cubicBezTo>
                    <a:pt x="1198131" y="189002"/>
                    <a:pt x="1200447" y="197234"/>
                    <a:pt x="1200447" y="206945"/>
                  </a:cubicBezTo>
                  <a:cubicBezTo>
                    <a:pt x="1200447" y="223131"/>
                    <a:pt x="1193973" y="236107"/>
                    <a:pt x="1181025" y="245873"/>
                  </a:cubicBezTo>
                  <a:cubicBezTo>
                    <a:pt x="1168077" y="255640"/>
                    <a:pt x="1151278" y="260524"/>
                    <a:pt x="1130628" y="260524"/>
                  </a:cubicBezTo>
                  <a:cubicBezTo>
                    <a:pt x="1116118" y="260524"/>
                    <a:pt x="1103281" y="257956"/>
                    <a:pt x="1092119" y="252822"/>
                  </a:cubicBezTo>
                  <a:cubicBezTo>
                    <a:pt x="1080957" y="247687"/>
                    <a:pt x="1072223" y="240516"/>
                    <a:pt x="1065916" y="231307"/>
                  </a:cubicBezTo>
                  <a:cubicBezTo>
                    <a:pt x="1059610" y="222098"/>
                    <a:pt x="1056456" y="212136"/>
                    <a:pt x="1056456" y="201420"/>
                  </a:cubicBezTo>
                  <a:lnTo>
                    <a:pt x="1087431" y="201420"/>
                  </a:lnTo>
                  <a:cubicBezTo>
                    <a:pt x="1087989" y="211801"/>
                    <a:pt x="1092147" y="220033"/>
                    <a:pt x="1099905" y="226116"/>
                  </a:cubicBezTo>
                  <a:cubicBezTo>
                    <a:pt x="1107662" y="232200"/>
                    <a:pt x="1117904" y="235241"/>
                    <a:pt x="1130628" y="235241"/>
                  </a:cubicBezTo>
                  <a:cubicBezTo>
                    <a:pt x="1142349" y="235241"/>
                    <a:pt x="1151753" y="232869"/>
                    <a:pt x="1158841" y="228126"/>
                  </a:cubicBezTo>
                  <a:cubicBezTo>
                    <a:pt x="1165929" y="223382"/>
                    <a:pt x="1169473" y="217047"/>
                    <a:pt x="1169473" y="209122"/>
                  </a:cubicBezTo>
                  <a:cubicBezTo>
                    <a:pt x="1169473" y="200751"/>
                    <a:pt x="1166319" y="194249"/>
                    <a:pt x="1160013" y="189616"/>
                  </a:cubicBezTo>
                  <a:cubicBezTo>
                    <a:pt x="1153706" y="184984"/>
                    <a:pt x="1142711" y="180994"/>
                    <a:pt x="1127029" y="177645"/>
                  </a:cubicBezTo>
                  <a:cubicBezTo>
                    <a:pt x="1111346" y="174296"/>
                    <a:pt x="1098900" y="170278"/>
                    <a:pt x="1089691" y="165590"/>
                  </a:cubicBezTo>
                  <a:cubicBezTo>
                    <a:pt x="1080483" y="160902"/>
                    <a:pt x="1073674" y="155321"/>
                    <a:pt x="1069265" y="148847"/>
                  </a:cubicBezTo>
                  <a:cubicBezTo>
                    <a:pt x="1064856" y="142373"/>
                    <a:pt x="1062651" y="134671"/>
                    <a:pt x="1062651" y="125741"/>
                  </a:cubicBezTo>
                  <a:cubicBezTo>
                    <a:pt x="1062651" y="110896"/>
                    <a:pt x="1068930" y="98338"/>
                    <a:pt x="1081487" y="88069"/>
                  </a:cubicBezTo>
                  <a:cubicBezTo>
                    <a:pt x="1094045" y="77800"/>
                    <a:pt x="1110090" y="72666"/>
                    <a:pt x="1129624" y="72666"/>
                  </a:cubicBezTo>
                  <a:close/>
                  <a:moveTo>
                    <a:pt x="942472" y="35831"/>
                  </a:moveTo>
                  <a:cubicBezTo>
                    <a:pt x="928855" y="35831"/>
                    <a:pt x="917916" y="41049"/>
                    <a:pt x="909656" y="51485"/>
                  </a:cubicBezTo>
                  <a:cubicBezTo>
                    <a:pt x="901396" y="61922"/>
                    <a:pt x="897266" y="75679"/>
                    <a:pt x="897266" y="92757"/>
                  </a:cubicBezTo>
                  <a:cubicBezTo>
                    <a:pt x="897266" y="109389"/>
                    <a:pt x="901256" y="123090"/>
                    <a:pt x="909237" y="133862"/>
                  </a:cubicBezTo>
                  <a:cubicBezTo>
                    <a:pt x="917218" y="144633"/>
                    <a:pt x="927906" y="150019"/>
                    <a:pt x="941300" y="150019"/>
                  </a:cubicBezTo>
                  <a:cubicBezTo>
                    <a:pt x="951681" y="150019"/>
                    <a:pt x="961253" y="146838"/>
                    <a:pt x="970015" y="140475"/>
                  </a:cubicBezTo>
                  <a:cubicBezTo>
                    <a:pt x="978777" y="134113"/>
                    <a:pt x="985168" y="126243"/>
                    <a:pt x="989186" y="116867"/>
                  </a:cubicBezTo>
                  <a:lnTo>
                    <a:pt x="989186" y="104477"/>
                  </a:lnTo>
                  <a:cubicBezTo>
                    <a:pt x="989186" y="84163"/>
                    <a:pt x="984777" y="67643"/>
                    <a:pt x="975959" y="54918"/>
                  </a:cubicBezTo>
                  <a:cubicBezTo>
                    <a:pt x="967141" y="42193"/>
                    <a:pt x="955979" y="35831"/>
                    <a:pt x="942472" y="35831"/>
                  </a:cubicBezTo>
                  <a:close/>
                  <a:moveTo>
                    <a:pt x="1349108" y="10046"/>
                  </a:moveTo>
                  <a:cubicBezTo>
                    <a:pt x="1355136" y="10046"/>
                    <a:pt x="1359712" y="11776"/>
                    <a:pt x="1362837" y="15237"/>
                  </a:cubicBezTo>
                  <a:cubicBezTo>
                    <a:pt x="1365963" y="18697"/>
                    <a:pt x="1367526" y="22938"/>
                    <a:pt x="1367526" y="27961"/>
                  </a:cubicBezTo>
                  <a:cubicBezTo>
                    <a:pt x="1367526" y="32984"/>
                    <a:pt x="1365963" y="37170"/>
                    <a:pt x="1362837" y="40519"/>
                  </a:cubicBezTo>
                  <a:cubicBezTo>
                    <a:pt x="1359712" y="43867"/>
                    <a:pt x="1355136" y="45542"/>
                    <a:pt x="1349108" y="45542"/>
                  </a:cubicBezTo>
                  <a:cubicBezTo>
                    <a:pt x="1343081" y="45542"/>
                    <a:pt x="1338532" y="43867"/>
                    <a:pt x="1335462" y="40519"/>
                  </a:cubicBezTo>
                  <a:cubicBezTo>
                    <a:pt x="1332393" y="37170"/>
                    <a:pt x="1330858" y="32984"/>
                    <a:pt x="1330858" y="27961"/>
                  </a:cubicBezTo>
                  <a:cubicBezTo>
                    <a:pt x="1330858" y="22938"/>
                    <a:pt x="1332393" y="18697"/>
                    <a:pt x="1335462" y="15237"/>
                  </a:cubicBezTo>
                  <a:cubicBezTo>
                    <a:pt x="1338532" y="11776"/>
                    <a:pt x="1343081" y="10046"/>
                    <a:pt x="1349108" y="10046"/>
                  </a:cubicBezTo>
                  <a:close/>
                  <a:moveTo>
                    <a:pt x="942305" y="10046"/>
                  </a:moveTo>
                  <a:cubicBezTo>
                    <a:pt x="966415" y="10046"/>
                    <a:pt x="985419" y="19060"/>
                    <a:pt x="999316" y="37086"/>
                  </a:cubicBezTo>
                  <a:cubicBezTo>
                    <a:pt x="1013212" y="55113"/>
                    <a:pt x="1020161" y="79698"/>
                    <a:pt x="1020161" y="110840"/>
                  </a:cubicBezTo>
                  <a:lnTo>
                    <a:pt x="1020161" y="119881"/>
                  </a:lnTo>
                  <a:cubicBezTo>
                    <a:pt x="1020161" y="167320"/>
                    <a:pt x="1010785" y="201950"/>
                    <a:pt x="992032" y="223772"/>
                  </a:cubicBezTo>
                  <a:cubicBezTo>
                    <a:pt x="973280" y="245594"/>
                    <a:pt x="944984" y="256784"/>
                    <a:pt x="907144" y="257342"/>
                  </a:cubicBezTo>
                  <a:lnTo>
                    <a:pt x="901117" y="257342"/>
                  </a:lnTo>
                  <a:lnTo>
                    <a:pt x="901117" y="231056"/>
                  </a:lnTo>
                  <a:lnTo>
                    <a:pt x="907647" y="231056"/>
                  </a:lnTo>
                  <a:cubicBezTo>
                    <a:pt x="933208" y="230611"/>
                    <a:pt x="952853" y="223956"/>
                    <a:pt x="966583" y="211089"/>
                  </a:cubicBezTo>
                  <a:cubicBezTo>
                    <a:pt x="980312" y="198223"/>
                    <a:pt x="987791" y="177866"/>
                    <a:pt x="989018" y="150019"/>
                  </a:cubicBezTo>
                  <a:cubicBezTo>
                    <a:pt x="982545" y="157721"/>
                    <a:pt x="974815" y="163916"/>
                    <a:pt x="965829" y="168604"/>
                  </a:cubicBezTo>
                  <a:cubicBezTo>
                    <a:pt x="956844" y="173292"/>
                    <a:pt x="946993" y="175636"/>
                    <a:pt x="936278" y="175636"/>
                  </a:cubicBezTo>
                  <a:cubicBezTo>
                    <a:pt x="922213" y="175636"/>
                    <a:pt x="909963" y="172176"/>
                    <a:pt x="899526" y="165255"/>
                  </a:cubicBezTo>
                  <a:cubicBezTo>
                    <a:pt x="889090" y="158335"/>
                    <a:pt x="881025" y="148596"/>
                    <a:pt x="875332" y="136038"/>
                  </a:cubicBezTo>
                  <a:cubicBezTo>
                    <a:pt x="869640" y="123481"/>
                    <a:pt x="866793" y="109612"/>
                    <a:pt x="866793" y="94431"/>
                  </a:cubicBezTo>
                  <a:cubicBezTo>
                    <a:pt x="866793" y="78135"/>
                    <a:pt x="869891" y="63457"/>
                    <a:pt x="876086" y="50397"/>
                  </a:cubicBezTo>
                  <a:cubicBezTo>
                    <a:pt x="882281" y="37338"/>
                    <a:pt x="891071" y="27347"/>
                    <a:pt x="902456" y="20427"/>
                  </a:cubicBezTo>
                  <a:cubicBezTo>
                    <a:pt x="913842" y="13506"/>
                    <a:pt x="927125" y="10046"/>
                    <a:pt x="942305" y="10046"/>
                  </a:cubicBezTo>
                  <a:close/>
                  <a:moveTo>
                    <a:pt x="1530771" y="0"/>
                  </a:moveTo>
                  <a:lnTo>
                    <a:pt x="1561746" y="0"/>
                  </a:lnTo>
                  <a:lnTo>
                    <a:pt x="1561746" y="257175"/>
                  </a:lnTo>
                  <a:lnTo>
                    <a:pt x="1533283" y="257175"/>
                  </a:lnTo>
                  <a:lnTo>
                    <a:pt x="1531776" y="237753"/>
                  </a:lnTo>
                  <a:cubicBezTo>
                    <a:pt x="1519386" y="252933"/>
                    <a:pt x="1502141" y="260524"/>
                    <a:pt x="1480040" y="260524"/>
                  </a:cubicBezTo>
                  <a:cubicBezTo>
                    <a:pt x="1459055" y="260524"/>
                    <a:pt x="1441949" y="251929"/>
                    <a:pt x="1428722" y="234739"/>
                  </a:cubicBezTo>
                  <a:cubicBezTo>
                    <a:pt x="1415495" y="217549"/>
                    <a:pt x="1408881" y="195114"/>
                    <a:pt x="1408881" y="167432"/>
                  </a:cubicBezTo>
                  <a:lnTo>
                    <a:pt x="1408881" y="165088"/>
                  </a:lnTo>
                  <a:cubicBezTo>
                    <a:pt x="1408881" y="137294"/>
                    <a:pt x="1415467" y="114942"/>
                    <a:pt x="1428638" y="98031"/>
                  </a:cubicBezTo>
                  <a:cubicBezTo>
                    <a:pt x="1441809" y="81121"/>
                    <a:pt x="1459055" y="72666"/>
                    <a:pt x="1480375" y="72666"/>
                  </a:cubicBezTo>
                  <a:cubicBezTo>
                    <a:pt x="1501583" y="72666"/>
                    <a:pt x="1518381" y="79921"/>
                    <a:pt x="1530771" y="94431"/>
                  </a:cubicBezTo>
                  <a:close/>
                  <a:moveTo>
                    <a:pt x="1247645" y="0"/>
                  </a:moveTo>
                  <a:lnTo>
                    <a:pt x="1278619" y="0"/>
                  </a:lnTo>
                  <a:lnTo>
                    <a:pt x="1278619" y="257175"/>
                  </a:lnTo>
                  <a:lnTo>
                    <a:pt x="1247645" y="257175"/>
                  </a:lnTo>
                  <a:close/>
                </a:path>
              </a:pathLst>
            </a:custGeom>
            <a:solidFill>
              <a:schemeClr val="bg1">
                <a:lumMod val="7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700">
                <a:solidFill>
                  <a:schemeClr val="bg1">
                    <a:lumMod val="75000"/>
                  </a:schemeClr>
                </a:solidFill>
                <a:latin typeface="#9Slide02 Noi dung dai" panose="02000000000000000000" pitchFamily="2" charset="0"/>
                <a:ea typeface="#9Slide02 Noi dung dai" panose="02000000000000000000" pitchFamily="2" charset="0"/>
              </a:endParaRPr>
            </a:p>
          </p:txBody>
        </p:sp>
        <p:sp>
          <p:nvSpPr>
            <p:cNvPr id="14" name="Rectangle 13">
              <a:extLst>
                <a:ext uri="{FF2B5EF4-FFF2-40B4-BE49-F238E27FC236}">
                  <a16:creationId xmlns:a16="http://schemas.microsoft.com/office/drawing/2014/main" id="{52465F73-4B27-4C0F-9B02-510C8E083EB6}"/>
                </a:ext>
              </a:extLst>
            </p:cNvPr>
            <p:cNvSpPr/>
            <p:nvPr/>
          </p:nvSpPr>
          <p:spPr>
            <a:xfrm>
              <a:off x="-2202100" y="-2224223"/>
              <a:ext cx="16596200" cy="112843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18146389"/>
      </p:ext>
    </p:extLst>
  </p:cSld>
  <p:clrMap bg1="lt1" tx1="dk1" bg2="lt2" tx2="dk2" accent1="accent1" accent2="accent2" accent3="accent3" accent4="accent4" accent5="accent5" accent6="accent6" hlink="hlink" folHlink="folHlink"/>
  <p:sldLayoutIdLst>
    <p:sldLayoutId id="2147483655" r:id="rId1"/>
    <p:sldLayoutId id="2147483654" r:id="rId2"/>
    <p:sldLayoutId id="2147483649" r:id="rId3"/>
    <p:sldLayoutId id="2147483657" r:id="rId4"/>
    <p:sldLayoutId id="2147483650" r:id="rId5"/>
    <p:sldLayoutId id="2147483652"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27150BC6-8183-438E-9FC3-E7389576DD78}"/>
              </a:ext>
            </a:extLst>
          </p:cNvPr>
          <p:cNvSpPr txBox="1"/>
          <p:nvPr/>
        </p:nvSpPr>
        <p:spPr>
          <a:xfrm>
            <a:off x="1676400" y="2819400"/>
            <a:ext cx="8915400" cy="923330"/>
          </a:xfrm>
          <a:prstGeom prst="rect">
            <a:avLst/>
          </a:prstGeom>
          <a:noFill/>
        </p:spPr>
        <p:txBody>
          <a:bodyPr wrap="square" lIns="0" tIns="0" rIns="0" bIns="0" rtlCol="0">
            <a:spAutoFit/>
          </a:bodyPr>
          <a:lstStyle/>
          <a:p>
            <a:pPr algn="l"/>
            <a:r>
              <a:rPr lang="en-US" sz="6000" dirty="0">
                <a:solidFill>
                  <a:srgbClr val="154A8D"/>
                </a:solidFill>
                <a:latin typeface="#9Slide02 Tieu de rat dai 02" panose="020B0606020202050201" pitchFamily="34" charset="0"/>
              </a:rPr>
              <a:t>Java Backend</a:t>
            </a:r>
          </a:p>
        </p:txBody>
      </p:sp>
      <p:pic>
        <p:nvPicPr>
          <p:cNvPr id="8" name="Graphic 7">
            <a:extLst>
              <a:ext uri="{FF2B5EF4-FFF2-40B4-BE49-F238E27FC236}">
                <a16:creationId xmlns:a16="http://schemas.microsoft.com/office/drawing/2014/main" id="{E9D76A19-BB08-4BB2-B289-7DDC93C3AE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23872" y="914400"/>
            <a:ext cx="7445124" cy="5029200"/>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spTree>
    <p:extLst>
      <p:ext uri="{BB962C8B-B14F-4D97-AF65-F5344CB8AC3E}">
        <p14:creationId xmlns:p14="http://schemas.microsoft.com/office/powerpoint/2010/main" val="281707951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sp>
        <p:nvSpPr>
          <p:cNvPr id="11" name="圆角矩形 14"/>
          <p:cNvSpPr/>
          <p:nvPr/>
        </p:nvSpPr>
        <p:spPr>
          <a:xfrm>
            <a:off x="2032731" y="1600201"/>
            <a:ext cx="746659" cy="600659"/>
          </a:xfrm>
          <a:prstGeom prst="roundRect">
            <a:avLst>
              <a:gd name="adj" fmla="val 13889"/>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01</a:t>
            </a:r>
            <a:endParaRPr lang="zh-CN" altLang="en-US" sz="2800" dirty="0">
              <a:latin typeface="Impact" panose="020B0806030902050204" pitchFamily="34" charset="0"/>
            </a:endParaRPr>
          </a:p>
        </p:txBody>
      </p:sp>
      <p:grpSp>
        <p:nvGrpSpPr>
          <p:cNvPr id="12" name="组合 16"/>
          <p:cNvGrpSpPr/>
          <p:nvPr/>
        </p:nvGrpSpPr>
        <p:grpSpPr>
          <a:xfrm>
            <a:off x="2027919" y="3064681"/>
            <a:ext cx="782361" cy="718591"/>
            <a:chOff x="2785863" y="1141409"/>
            <a:chExt cx="1147961" cy="966191"/>
          </a:xfrm>
        </p:grpSpPr>
        <p:sp>
          <p:nvSpPr>
            <p:cNvPr id="13" name="圆角矩形 20"/>
            <p:cNvSpPr/>
            <p:nvPr/>
          </p:nvSpPr>
          <p:spPr>
            <a:xfrm>
              <a:off x="2857499" y="1149477"/>
              <a:ext cx="1076325" cy="958123"/>
            </a:xfrm>
            <a:prstGeom prst="roundRect">
              <a:avLst>
                <a:gd name="adj" fmla="val 1388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4" name="圆角矩形 21"/>
            <p:cNvSpPr/>
            <p:nvPr/>
          </p:nvSpPr>
          <p:spPr>
            <a:xfrm>
              <a:off x="2785863" y="1141409"/>
              <a:ext cx="1063215" cy="901028"/>
            </a:xfrm>
            <a:prstGeom prst="roundRect">
              <a:avLst>
                <a:gd name="adj" fmla="val 13889"/>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Impact" panose="020B0806030902050204" pitchFamily="34" charset="0"/>
                </a:rPr>
                <a:t>03</a:t>
              </a:r>
              <a:endParaRPr lang="zh-CN" altLang="en-US" sz="2800" dirty="0">
                <a:latin typeface="Impact" panose="020B0806030902050204" pitchFamily="34" charset="0"/>
              </a:endParaRPr>
            </a:p>
          </p:txBody>
        </p:sp>
      </p:grpSp>
      <p:sp>
        <p:nvSpPr>
          <p:cNvPr id="15" name="圆角矩形 40" descr="Làm  Quen Với Hàm(Method)">
            <a:extLst>
              <a:ext uri="{C183D7F6-B498-43B3-948B-1728B52AA6E4}">
                <adec:decorative xmlns:adec="http://schemas.microsoft.com/office/drawing/2017/decorative" val="0"/>
              </a:ext>
            </a:extLst>
          </p:cNvPr>
          <p:cNvSpPr/>
          <p:nvPr/>
        </p:nvSpPr>
        <p:spPr>
          <a:xfrm>
            <a:off x="3100650" y="1600201"/>
            <a:ext cx="6423675" cy="603613"/>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dirty="0" err="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Xử</a:t>
            </a:r>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800" b="1" dirty="0" err="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lý</a:t>
            </a:r>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800" b="1" dirty="0" err="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ngoại</a:t>
            </a:r>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800" b="1" dirty="0" err="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lệ</a:t>
            </a:r>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800" b="1" dirty="0" err="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trong</a:t>
            </a:r>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 JSP</a:t>
            </a:r>
          </a:p>
        </p:txBody>
      </p:sp>
      <p:sp>
        <p:nvSpPr>
          <p:cNvPr id="16" name="圆角矩形 45"/>
          <p:cNvSpPr/>
          <p:nvPr/>
        </p:nvSpPr>
        <p:spPr>
          <a:xfrm>
            <a:off x="3102549" y="3079942"/>
            <a:ext cx="6422451" cy="642887"/>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Filter Servlet</a:t>
            </a:r>
          </a:p>
        </p:txBody>
      </p:sp>
      <p:grpSp>
        <p:nvGrpSpPr>
          <p:cNvPr id="17" name="组合 56"/>
          <p:cNvGrpSpPr/>
          <p:nvPr/>
        </p:nvGrpSpPr>
        <p:grpSpPr>
          <a:xfrm>
            <a:off x="2689456" y="1600201"/>
            <a:ext cx="404758" cy="3012351"/>
            <a:chOff x="3971019" y="796001"/>
            <a:chExt cx="660256" cy="5338506"/>
          </a:xfrm>
        </p:grpSpPr>
        <p:sp>
          <p:nvSpPr>
            <p:cNvPr id="18" name="矩形 58"/>
            <p:cNvSpPr/>
            <p:nvPr/>
          </p:nvSpPr>
          <p:spPr>
            <a:xfrm>
              <a:off x="4178614" y="796001"/>
              <a:ext cx="452661" cy="5287413"/>
            </a:xfrm>
            <a:prstGeom prst="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pic>
          <p:nvPicPr>
            <p:cNvPr id="19" name="图片 59"/>
            <p:cNvPicPr>
              <a:picLocks noChangeAspect="1"/>
            </p:cNvPicPr>
            <p:nvPr/>
          </p:nvPicPr>
          <p:blipFill rotWithShape="1">
            <a:blip r:embed="rId4">
              <a:extLst>
                <a:ext uri="{BEBA8EAE-BF5A-486C-A8C5-ECC9F3942E4B}">
                  <a14:imgProps xmlns:a14="http://schemas.microsoft.com/office/drawing/2010/main">
                    <a14:imgLayer r:embed="rId5">
                      <a14:imgEffect>
                        <a14:saturation sat="66000"/>
                      </a14:imgEffect>
                    </a14:imgLayer>
                  </a14:imgProps>
                </a:ext>
              </a:extLst>
            </a:blip>
            <a:srcRect t="76775"/>
            <a:stretch>
              <a:fillRect/>
            </a:stretch>
          </p:blipFill>
          <p:spPr>
            <a:xfrm rot="5400000">
              <a:off x="1404452" y="3362569"/>
              <a:ext cx="5338505" cy="205371"/>
            </a:xfrm>
            <a:prstGeom prst="rect">
              <a:avLst/>
            </a:prstGeom>
          </p:spPr>
        </p:pic>
      </p:grpSp>
      <p:sp>
        <p:nvSpPr>
          <p:cNvPr id="20" name="圆角矩形 34">
            <a:extLst>
              <a:ext uri="{FF2B5EF4-FFF2-40B4-BE49-F238E27FC236}">
                <a16:creationId xmlns:a16="http://schemas.microsoft.com/office/drawing/2014/main" id="{4A98B195-D5E7-4238-B9B0-9E6698C21C3A}"/>
              </a:ext>
            </a:extLst>
          </p:cNvPr>
          <p:cNvSpPr/>
          <p:nvPr/>
        </p:nvSpPr>
        <p:spPr>
          <a:xfrm>
            <a:off x="2036295" y="2291899"/>
            <a:ext cx="722927" cy="640782"/>
          </a:xfrm>
          <a:prstGeom prst="roundRect">
            <a:avLst>
              <a:gd name="adj" fmla="val 13889"/>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en-US" altLang="zh-CN" sz="2800" dirty="0">
                <a:latin typeface="Impact" panose="020B0806030902050204" pitchFamily="34" charset="0"/>
              </a:rPr>
              <a:t>02</a:t>
            </a:r>
            <a:endParaRPr lang="zh-CN" altLang="en-US" sz="2800" dirty="0">
              <a:latin typeface="Impact" panose="020B0806030902050204" pitchFamily="34" charset="0"/>
            </a:endParaRPr>
          </a:p>
        </p:txBody>
      </p:sp>
      <p:grpSp>
        <p:nvGrpSpPr>
          <p:cNvPr id="21" name="组合 51">
            <a:extLst>
              <a:ext uri="{FF2B5EF4-FFF2-40B4-BE49-F238E27FC236}">
                <a16:creationId xmlns:a16="http://schemas.microsoft.com/office/drawing/2014/main" id="{8541760D-945C-4378-82F6-7A5400A5AB52}"/>
              </a:ext>
            </a:extLst>
          </p:cNvPr>
          <p:cNvGrpSpPr/>
          <p:nvPr/>
        </p:nvGrpSpPr>
        <p:grpSpPr>
          <a:xfrm>
            <a:off x="3088685" y="2291899"/>
            <a:ext cx="6435920" cy="651508"/>
            <a:chOff x="4555084" y="4807549"/>
            <a:chExt cx="4361682" cy="974162"/>
          </a:xfrm>
        </p:grpSpPr>
        <p:pic>
          <p:nvPicPr>
            <p:cNvPr id="22" name="图片 52">
              <a:extLst>
                <a:ext uri="{FF2B5EF4-FFF2-40B4-BE49-F238E27FC236}">
                  <a16:creationId xmlns:a16="http://schemas.microsoft.com/office/drawing/2014/main" id="{FFBFCEFB-B31E-4550-BC8E-612DD98E2383}"/>
                </a:ext>
              </a:extLst>
            </p:cNvPr>
            <p:cNvPicPr>
              <a:picLocks noChangeAspect="1"/>
            </p:cNvPicPr>
            <p:nvPr/>
          </p:nvPicPr>
          <p:blipFill rotWithShape="1">
            <a:blip r:embed="rId4">
              <a:extLst>
                <a:ext uri="{BEBA8EAE-BF5A-486C-A8C5-ECC9F3942E4B}">
                  <a14:imgProps xmlns:a14="http://schemas.microsoft.com/office/drawing/2010/main">
                    <a14:imgLayer r:embed="rId5">
                      <a14:imgEffect>
                        <a14:saturation sat="66000"/>
                      </a14:imgEffect>
                    </a14:imgLayer>
                  </a14:imgProps>
                </a:ext>
              </a:extLst>
            </a:blip>
            <a:srcRect t="76775"/>
            <a:stretch>
              <a:fillRect/>
            </a:stretch>
          </p:blipFill>
          <p:spPr>
            <a:xfrm>
              <a:off x="4873327" y="5580404"/>
              <a:ext cx="3646270" cy="201307"/>
            </a:xfrm>
            <a:prstGeom prst="rect">
              <a:avLst/>
            </a:prstGeom>
          </p:spPr>
        </p:pic>
        <p:sp>
          <p:nvSpPr>
            <p:cNvPr id="23" name="圆角矩形 55">
              <a:extLst>
                <a:ext uri="{FF2B5EF4-FFF2-40B4-BE49-F238E27FC236}">
                  <a16:creationId xmlns:a16="http://schemas.microsoft.com/office/drawing/2014/main" id="{0F7C8556-007B-452E-985B-7181A0451B30}"/>
                </a:ext>
              </a:extLst>
            </p:cNvPr>
            <p:cNvSpPr/>
            <p:nvPr/>
          </p:nvSpPr>
          <p:spPr>
            <a:xfrm>
              <a:off x="4555084" y="4807549"/>
              <a:ext cx="4361682"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defTabSz="914400"/>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Session Tracking</a:t>
              </a:r>
            </a:p>
          </p:txBody>
        </p:sp>
      </p:grpSp>
      <p:grpSp>
        <p:nvGrpSpPr>
          <p:cNvPr id="24" name="组合 23"/>
          <p:cNvGrpSpPr/>
          <p:nvPr/>
        </p:nvGrpSpPr>
        <p:grpSpPr>
          <a:xfrm>
            <a:off x="2027918" y="3877616"/>
            <a:ext cx="724605" cy="672549"/>
            <a:chOff x="2857499" y="1149477"/>
            <a:chExt cx="1089578" cy="958123"/>
          </a:xfrm>
        </p:grpSpPr>
        <p:sp>
          <p:nvSpPr>
            <p:cNvPr id="25" name="圆角矩形 27"/>
            <p:cNvSpPr/>
            <p:nvPr/>
          </p:nvSpPr>
          <p:spPr>
            <a:xfrm>
              <a:off x="2857499" y="1149477"/>
              <a:ext cx="1076325" cy="958123"/>
            </a:xfrm>
            <a:prstGeom prst="roundRect">
              <a:avLst>
                <a:gd name="adj" fmla="val 1388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sz="1015"/>
            </a:p>
          </p:txBody>
        </p:sp>
        <p:sp>
          <p:nvSpPr>
            <p:cNvPr id="26" name="圆角矩形 28"/>
            <p:cNvSpPr/>
            <p:nvPr/>
          </p:nvSpPr>
          <p:spPr>
            <a:xfrm>
              <a:off x="2883862" y="1159582"/>
              <a:ext cx="1063215" cy="901028"/>
            </a:xfrm>
            <a:prstGeom prst="roundRect">
              <a:avLst>
                <a:gd name="adj" fmla="val 13889"/>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en-US" altLang="zh-CN" sz="2800" dirty="0">
                  <a:latin typeface="Impact" panose="020B0806030902050204" pitchFamily="34" charset="0"/>
                </a:rPr>
                <a:t>04</a:t>
              </a:r>
              <a:endParaRPr lang="zh-CN" altLang="en-US" sz="2800" dirty="0">
                <a:latin typeface="Impact" panose="020B0806030902050204" pitchFamily="34" charset="0"/>
              </a:endParaRPr>
            </a:p>
          </p:txBody>
        </p:sp>
      </p:grpSp>
      <p:grpSp>
        <p:nvGrpSpPr>
          <p:cNvPr id="27" name="组合 46"/>
          <p:cNvGrpSpPr/>
          <p:nvPr/>
        </p:nvGrpSpPr>
        <p:grpSpPr>
          <a:xfrm>
            <a:off x="3102549" y="3884709"/>
            <a:ext cx="6421775" cy="693507"/>
            <a:chOff x="4560356" y="3575958"/>
            <a:chExt cx="4389024" cy="1169725"/>
          </a:xfrm>
        </p:grpSpPr>
        <p:pic>
          <p:nvPicPr>
            <p:cNvPr id="28" name="图片 47"/>
            <p:cNvPicPr>
              <a:picLocks noChangeAspect="1"/>
            </p:cNvPicPr>
            <p:nvPr/>
          </p:nvPicPr>
          <p:blipFill rotWithShape="1">
            <a:blip r:embed="rId4"/>
            <a:srcRect t="76775"/>
            <a:stretch>
              <a:fillRect/>
            </a:stretch>
          </p:blipFill>
          <p:spPr>
            <a:xfrm>
              <a:off x="4926460" y="4544376"/>
              <a:ext cx="3646270" cy="201307"/>
            </a:xfrm>
            <a:prstGeom prst="rect">
              <a:avLst/>
            </a:prstGeom>
          </p:spPr>
        </p:pic>
        <p:sp>
          <p:nvSpPr>
            <p:cNvPr id="29" name="圆角矩形 50"/>
            <p:cNvSpPr/>
            <p:nvPr/>
          </p:nvSpPr>
          <p:spPr>
            <a:xfrm>
              <a:off x="4560356" y="3575958"/>
              <a:ext cx="4389024" cy="1066777"/>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r>
                <a:rPr lang="en-US" altLang="zh-CN" sz="2800" b="1" dirty="0" err="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Đối</a:t>
              </a:r>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800" b="1" dirty="0" err="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tượng</a:t>
              </a:r>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800" b="1" dirty="0" err="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ẩn</a:t>
              </a:r>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zh-CN" sz="2800" b="1" dirty="0" err="1">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trong</a:t>
              </a:r>
              <a:r>
                <a:rPr lang="en-US"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rPr>
                <a:t> JSP</a:t>
              </a:r>
              <a:endParaRPr lang="vi-VN" altLang="zh-CN" sz="2800" b="1" dirty="0">
                <a:solidFill>
                  <a:srgbClr val="E8707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pic>
        <p:nvPicPr>
          <p:cNvPr id="31" name="图片 52"/>
          <p:cNvPicPr>
            <a:picLocks noChangeAspect="1"/>
          </p:cNvPicPr>
          <p:nvPr/>
        </p:nvPicPr>
        <p:blipFill rotWithShape="1">
          <a:blip r:embed="rId4"/>
          <a:srcRect t="76775"/>
          <a:stretch>
            <a:fillRect/>
          </a:stretch>
        </p:blipFill>
        <p:spPr>
          <a:xfrm>
            <a:off x="3277692" y="4612552"/>
            <a:ext cx="5332042" cy="128290"/>
          </a:xfrm>
          <a:prstGeom prst="rect">
            <a:avLst/>
          </a:prstGeom>
        </p:spPr>
      </p:pic>
      <p:sp>
        <p:nvSpPr>
          <p:cNvPr id="34" name="圆角矩形 34"/>
          <p:cNvSpPr/>
          <p:nvPr/>
        </p:nvSpPr>
        <p:spPr>
          <a:xfrm>
            <a:off x="2036296" y="4673646"/>
            <a:ext cx="692222" cy="660355"/>
          </a:xfrm>
          <a:prstGeom prst="roundRect">
            <a:avLst>
              <a:gd name="adj" fmla="val 1388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sz="1015"/>
          </a:p>
        </p:txBody>
      </p:sp>
    </p:spTree>
    <p:extLst>
      <p:ext uri="{BB962C8B-B14F-4D97-AF65-F5344CB8AC3E}">
        <p14:creationId xmlns:p14="http://schemas.microsoft.com/office/powerpoint/2010/main" val="11400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outHorizontal)">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Xử</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lý</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ngoại</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lệ</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trong</a:t>
              </a:r>
              <a:r>
                <a:rPr lang="en-US" altLang="zh-CN" sz="2800" b="1" dirty="0">
                  <a:solidFill>
                    <a:schemeClr val="bg1"/>
                  </a:solidFill>
                  <a:latin typeface="Times New Roman" panose="02020603050405020304" pitchFamily="18" charset="0"/>
                  <a:cs typeface="Times New Roman" panose="02020603050405020304" pitchFamily="18" charset="0"/>
                </a:rPr>
                <a:t> JSP</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897127" cy="3363100"/>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400" dirty="0" err="1">
                <a:latin typeface="Times New Roman" panose="02020603050405020304" pitchFamily="18" charset="0"/>
                <a:cs typeface="Times New Roman" panose="02020603050405020304" pitchFamily="18" charset="0"/>
              </a:rPr>
              <a:t>Ngoại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lệ</a:t>
            </a:r>
            <a:r>
              <a:rPr lang="en-US" sz="2400" dirty="0">
                <a:latin typeface="Times New Roman" panose="02020603050405020304" pitchFamily="18" charset="0"/>
                <a:cs typeface="Times New Roman" panose="02020603050405020304" pitchFamily="18" charset="0"/>
              </a:rPr>
              <a:t> (Exceptions)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xảy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trang</a:t>
            </a:r>
            <a:r>
              <a:rPr lang="en-US" sz="2400" dirty="0">
                <a:latin typeface="Times New Roman" panose="02020603050405020304" pitchFamily="18" charset="0"/>
                <a:cs typeface="Times New Roman" panose="02020603050405020304" pitchFamily="18" charset="0"/>
              </a:rPr>
              <a:t> JSP</a:t>
            </a:r>
            <a:r>
              <a:rPr lang="vi-VN"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Thuộc tính isErrorPage của page directive được sử dụng để </a:t>
            </a:r>
            <a:r>
              <a:rPr lang="en-US" sz="2400" dirty="0" err="1">
                <a:latin typeface="Times New Roman" panose="02020603050405020304" pitchFamily="18" charset="0"/>
                <a:cs typeface="Times New Roman" panose="02020603050405020304" pitchFamily="18" charset="0"/>
              </a:rPr>
              <a:t>khởi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vi-VN" sz="2400" dirty="0">
                <a:latin typeface="Times New Roman" panose="02020603050405020304" pitchFamily="18" charset="0"/>
                <a:cs typeface="Times New Roman" panose="02020603050405020304" pitchFamily="18" charset="0"/>
              </a:rPr>
              <a:t> trang lỗi</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Thuộc tính này được sử dụng với page directive ở đầu trang JSP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true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false)</a:t>
            </a:r>
          </a:p>
          <a:p>
            <a:pPr marL="354965" indent="-342900">
              <a:spcBef>
                <a:spcPts val="595"/>
              </a:spcBef>
              <a:buClr>
                <a:srgbClr val="FF5A33"/>
              </a:buClr>
              <a:buFont typeface="Wingdings" panose="05000000000000000000" pitchFamily="2" charset="2"/>
              <a:buChar char="q"/>
              <a:tabLst>
                <a:tab pos="755015" algn="l"/>
              </a:tabLst>
            </a:pPr>
            <a:r>
              <a:rPr lang="en-US" sz="2400" dirty="0" err="1">
                <a:latin typeface="Times New Roman" panose="02020603050405020304" pitchFamily="18" charset="0"/>
                <a:cs typeface="Times New Roman" panose="02020603050405020304" pitchFamily="18" charset="0"/>
              </a:rPr>
              <a:t>Nếu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muốn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ngoại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xảy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trang</a:t>
            </a:r>
            <a:r>
              <a:rPr lang="en-US" sz="2400" dirty="0">
                <a:latin typeface="Times New Roman" panose="02020603050405020304" pitchFamily="18" charset="0"/>
                <a:cs typeface="Times New Roman" panose="02020603050405020304" pitchFamily="18" charset="0"/>
              </a:rPr>
              <a:t> JSP, </a:t>
            </a:r>
            <a:r>
              <a:rPr lang="en-US" sz="2400" dirty="0" err="1">
                <a:latin typeface="Times New Roman" panose="02020603050405020304" pitchFamily="18" charset="0"/>
                <a:cs typeface="Times New Roman" panose="02020603050405020304" pitchFamily="18" charset="0"/>
              </a:rPr>
              <a:t>bạn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page directive </a:t>
            </a:r>
            <a:r>
              <a:rPr lang="en-US" sz="2400" dirty="0" err="1">
                <a:latin typeface="Times New Roman" panose="02020603050405020304" pitchFamily="18" charset="0"/>
                <a:cs typeface="Times New Roman" panose="02020603050405020304" pitchFamily="18" charset="0"/>
              </a:rPr>
              <a:t>isErrorPage</a:t>
            </a:r>
            <a:r>
              <a:rPr lang="en-US" sz="2400" dirty="0">
                <a:latin typeface="Times New Roman" panose="02020603050405020304" pitchFamily="18" charset="0"/>
                <a:cs typeface="Times New Roman" panose="02020603050405020304" pitchFamily="18" charset="0"/>
              </a:rPr>
              <a:t>="true“.</a:t>
            </a:r>
          </a:p>
          <a:p>
            <a:pPr marL="354965" indent="-342900">
              <a:spcBef>
                <a:spcPts val="595"/>
              </a:spcBef>
              <a:buClr>
                <a:srgbClr val="FF5A33"/>
              </a:buClr>
              <a:buFont typeface="Wingdings" panose="05000000000000000000" pitchFamily="2" charset="2"/>
              <a:buChar char="q"/>
              <a:tabLst>
                <a:tab pos="755015" algn="l"/>
              </a:tabLst>
            </a:pPr>
            <a:r>
              <a:rPr lang="en-US" sz="2400" b="1" dirty="0" err="1">
                <a:latin typeface="Times New Roman" panose="02020603050405020304" pitchFamily="18" charset="0"/>
                <a:cs typeface="Times New Roman" panose="02020603050405020304" pitchFamily="18" charset="0"/>
              </a:rPr>
              <a:t>Cú</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pháp</a:t>
            </a:r>
            <a:endParaRPr lang="en-US" sz="2400" b="1" dirty="0">
              <a:latin typeface="Times New Roman" panose="02020603050405020304" pitchFamily="18" charset="0"/>
              <a:cs typeface="Times New Roman" panose="02020603050405020304" pitchFamily="18" charset="0"/>
            </a:endParaRPr>
          </a:p>
          <a:p>
            <a:pPr marL="469265" lvl="1">
              <a:lnSpc>
                <a:spcPct val="100000"/>
              </a:lnSpc>
              <a:spcBef>
                <a:spcPts val="595"/>
              </a:spcBef>
              <a:buClr>
                <a:srgbClr val="FF5A33"/>
              </a:buClr>
              <a:tabLst>
                <a:tab pos="755015" algn="l"/>
              </a:tabLst>
            </a:pPr>
            <a:endParaRPr lang="vi-VN" sz="2400" spc="-120" dirty="0">
              <a:latin typeface="+mj-lt"/>
              <a:cs typeface="Arial"/>
            </a:endParaRPr>
          </a:p>
        </p:txBody>
      </p:sp>
      <p:sp>
        <p:nvSpPr>
          <p:cNvPr id="21" name="Rectangle 24"/>
          <p:cNvSpPr>
            <a:spLocks noChangeArrowheads="1"/>
          </p:cNvSpPr>
          <p:nvPr/>
        </p:nvSpPr>
        <p:spPr bwMode="auto">
          <a:xfrm>
            <a:off x="3505200" y="4686986"/>
            <a:ext cx="4991100" cy="466725"/>
          </a:xfrm>
          <a:prstGeom prst="rect">
            <a:avLst/>
          </a:prstGeom>
          <a:solidFill>
            <a:srgbClr val="E0E0E0"/>
          </a:solidFill>
          <a:ln w="9525">
            <a:solidFill>
              <a:schemeClr val="tx1"/>
            </a:solidFill>
            <a:miter lim="800000"/>
            <a:headEnd/>
            <a:tailEnd/>
          </a:ln>
        </p:spPr>
        <p:txBody>
          <a:bodyPr wrap="none" anchor="ct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fr-FR" altLang="en-US" sz="1800"/>
              <a:t>&lt;%@ page isErrorPage=“true” %&gt;</a:t>
            </a:r>
            <a:endParaRPr lang="en-GB" altLang="en-US" sz="1800"/>
          </a:p>
        </p:txBody>
      </p:sp>
    </p:spTree>
    <p:extLst>
      <p:ext uri="{BB962C8B-B14F-4D97-AF65-F5344CB8AC3E}">
        <p14:creationId xmlns:p14="http://schemas.microsoft.com/office/powerpoint/2010/main" val="248889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Xử</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lý</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ngoại</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lệ</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trong</a:t>
              </a:r>
              <a:r>
                <a:rPr lang="en-US" altLang="zh-CN" sz="2800" b="1" dirty="0">
                  <a:solidFill>
                    <a:schemeClr val="bg1"/>
                  </a:solidFill>
                  <a:latin typeface="Times New Roman" panose="02020603050405020304" pitchFamily="18" charset="0"/>
                  <a:cs typeface="Times New Roman" panose="02020603050405020304" pitchFamily="18" charset="0"/>
                </a:rPr>
                <a:t> JSP</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897127" cy="1808829"/>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400" dirty="0" err="1">
                <a:latin typeface="Times New Roman" panose="02020603050405020304" pitchFamily="18" charset="0"/>
                <a:cs typeface="Times New Roman" panose="02020603050405020304" pitchFamily="18" charset="0"/>
              </a:rPr>
              <a:t>Trang</a:t>
            </a:r>
            <a:r>
              <a:rPr lang="en-US" sz="2400" dirty="0">
                <a:latin typeface="Times New Roman" panose="02020603050405020304" pitchFamily="18" charset="0"/>
                <a:cs typeface="Times New Roman" panose="02020603050405020304" pitchFamily="18" charset="0"/>
              </a:rPr>
              <a:t> JSP </a:t>
            </a:r>
            <a:r>
              <a:rPr lang="en-US" sz="2400" dirty="0" err="1">
                <a:latin typeface="Times New Roman" panose="02020603050405020304" pitchFamily="18" charset="0"/>
                <a:cs typeface="Times New Roman" panose="02020603050405020304" pitchFamily="18" charset="0"/>
              </a:rPr>
              <a:t>bẫy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r>
              <a:rPr lang="en-US" sz="2400" dirty="0">
                <a:latin typeface="Times New Roman" panose="02020603050405020304" pitchFamily="18" charset="0"/>
                <a:cs typeface="Times New Roman" panose="02020603050405020304" pitchFamily="18" charset="0"/>
              </a:rPr>
              <a:t>.</a:t>
            </a:r>
          </a:p>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Các ngoại lệ chưa được xử lý được chuyển tiếp đến trang lỗi</a:t>
            </a:r>
            <a:endParaRPr lang="en-US"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en-US" sz="2400" b="1" dirty="0" err="1">
                <a:latin typeface="Times New Roman" panose="02020603050405020304" pitchFamily="18" charset="0"/>
                <a:cs typeface="Times New Roman" panose="02020603050405020304" pitchFamily="18" charset="0"/>
              </a:rPr>
              <a:t>Cú</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pháp</a:t>
            </a:r>
            <a:endParaRPr lang="en-US" sz="2400" b="1" dirty="0">
              <a:latin typeface="Times New Roman" panose="02020603050405020304" pitchFamily="18" charset="0"/>
              <a:cs typeface="Times New Roman" panose="02020603050405020304" pitchFamily="18" charset="0"/>
            </a:endParaRPr>
          </a:p>
          <a:p>
            <a:pPr marL="469265" lvl="1">
              <a:lnSpc>
                <a:spcPct val="100000"/>
              </a:lnSpc>
              <a:spcBef>
                <a:spcPts val="595"/>
              </a:spcBef>
              <a:buClr>
                <a:srgbClr val="FF5A33"/>
              </a:buClr>
              <a:tabLst>
                <a:tab pos="755015" algn="l"/>
              </a:tabLst>
            </a:pPr>
            <a:endParaRPr lang="vi-VN" sz="2400" spc="-120" dirty="0">
              <a:latin typeface="+mj-lt"/>
              <a:cs typeface="Arial"/>
            </a:endParaRPr>
          </a:p>
        </p:txBody>
      </p:sp>
      <p:sp>
        <p:nvSpPr>
          <p:cNvPr id="12" name="Rectangle 22"/>
          <p:cNvSpPr>
            <a:spLocks noChangeArrowheads="1"/>
          </p:cNvSpPr>
          <p:nvPr/>
        </p:nvSpPr>
        <p:spPr bwMode="auto">
          <a:xfrm>
            <a:off x="2777904" y="3657600"/>
            <a:ext cx="6027737" cy="466725"/>
          </a:xfrm>
          <a:prstGeom prst="rect">
            <a:avLst/>
          </a:prstGeom>
          <a:solidFill>
            <a:srgbClr val="E0E0E0"/>
          </a:solidFill>
          <a:ln w="9525">
            <a:solidFill>
              <a:schemeClr val="tx1"/>
            </a:solidFill>
            <a:miter lim="800000"/>
            <a:headEnd/>
            <a:tailEnd/>
          </a:ln>
        </p:spPr>
        <p:txBody>
          <a:bodyPr wrap="none" anchor="ct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fr-FR" altLang="en-US" sz="1800"/>
              <a:t>&lt;%@ page errorPage=“errorpage.jsp” %&gt;</a:t>
            </a:r>
            <a:endParaRPr lang="en-GB" altLang="en-US" sz="1800"/>
          </a:p>
        </p:txBody>
      </p:sp>
    </p:spTree>
    <p:extLst>
      <p:ext uri="{BB962C8B-B14F-4D97-AF65-F5344CB8AC3E}">
        <p14:creationId xmlns:p14="http://schemas.microsoft.com/office/powerpoint/2010/main" val="742271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Xử</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lý</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ngoại</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lệ</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trong</a:t>
              </a:r>
              <a:r>
                <a:rPr lang="en-US" altLang="zh-CN" sz="2800" b="1" dirty="0">
                  <a:solidFill>
                    <a:schemeClr val="bg1"/>
                  </a:solidFill>
                  <a:latin typeface="Times New Roman" panose="02020603050405020304" pitchFamily="18" charset="0"/>
                  <a:cs typeface="Times New Roman" panose="02020603050405020304" pitchFamily="18" charset="0"/>
                </a:rPr>
                <a:t> JSP</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897127" cy="1808829"/>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400" dirty="0" err="1">
                <a:latin typeface="Times New Roman" panose="02020603050405020304" pitchFamily="18" charset="0"/>
                <a:cs typeface="Times New Roman" panose="02020603050405020304" pitchFamily="18" charset="0"/>
              </a:rPr>
              <a:t>Trang</a:t>
            </a:r>
            <a:r>
              <a:rPr lang="en-US" sz="2400" dirty="0">
                <a:latin typeface="Times New Roman" panose="02020603050405020304" pitchFamily="18" charset="0"/>
                <a:cs typeface="Times New Roman" panose="02020603050405020304" pitchFamily="18" charset="0"/>
              </a:rPr>
              <a:t> JSP </a:t>
            </a:r>
            <a:r>
              <a:rPr lang="en-US" sz="2400" dirty="0" err="1">
                <a:latin typeface="Times New Roman" panose="02020603050405020304" pitchFamily="18" charset="0"/>
                <a:cs typeface="Times New Roman" panose="02020603050405020304" pitchFamily="18" charset="0"/>
              </a:rPr>
              <a:t>bẫy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r>
              <a:rPr lang="en-US" sz="2400" dirty="0">
                <a:latin typeface="Times New Roman" panose="02020603050405020304" pitchFamily="18" charset="0"/>
                <a:cs typeface="Times New Roman" panose="02020603050405020304" pitchFamily="18" charset="0"/>
              </a:rPr>
              <a:t>.</a:t>
            </a:r>
          </a:p>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Các ngoại lệ chưa được xử lý được chuyển tiếp đến trang lỗi</a:t>
            </a:r>
            <a:endParaRPr lang="en-US"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en-US" sz="2400" b="1" dirty="0" err="1">
                <a:latin typeface="Times New Roman" panose="02020603050405020304" pitchFamily="18" charset="0"/>
                <a:cs typeface="Times New Roman" panose="02020603050405020304" pitchFamily="18" charset="0"/>
              </a:rPr>
              <a:t>Cú</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pháp</a:t>
            </a:r>
            <a:endParaRPr lang="en-US" sz="2400" b="1" dirty="0">
              <a:latin typeface="Times New Roman" panose="02020603050405020304" pitchFamily="18" charset="0"/>
              <a:cs typeface="Times New Roman" panose="02020603050405020304" pitchFamily="18" charset="0"/>
            </a:endParaRPr>
          </a:p>
          <a:p>
            <a:pPr marL="469265" lvl="1">
              <a:lnSpc>
                <a:spcPct val="100000"/>
              </a:lnSpc>
              <a:spcBef>
                <a:spcPts val="595"/>
              </a:spcBef>
              <a:buClr>
                <a:srgbClr val="FF5A33"/>
              </a:buClr>
              <a:tabLst>
                <a:tab pos="755015" algn="l"/>
              </a:tabLst>
            </a:pPr>
            <a:endParaRPr lang="vi-VN" sz="2400" spc="-120" dirty="0">
              <a:latin typeface="+mj-lt"/>
              <a:cs typeface="Arial"/>
            </a:endParaRPr>
          </a:p>
        </p:txBody>
      </p:sp>
      <p:sp>
        <p:nvSpPr>
          <p:cNvPr id="12" name="Rectangle 22"/>
          <p:cNvSpPr>
            <a:spLocks noChangeArrowheads="1"/>
          </p:cNvSpPr>
          <p:nvPr/>
        </p:nvSpPr>
        <p:spPr bwMode="auto">
          <a:xfrm>
            <a:off x="2777904" y="3657600"/>
            <a:ext cx="6027737" cy="466725"/>
          </a:xfrm>
          <a:prstGeom prst="rect">
            <a:avLst/>
          </a:prstGeom>
          <a:solidFill>
            <a:srgbClr val="E0E0E0"/>
          </a:solidFill>
          <a:ln w="9525">
            <a:solidFill>
              <a:schemeClr val="tx1"/>
            </a:solidFill>
            <a:miter lim="800000"/>
            <a:headEnd/>
            <a:tailEnd/>
          </a:ln>
        </p:spPr>
        <p:txBody>
          <a:bodyPr wrap="none" anchor="ct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fr-FR" altLang="en-US" sz="1800"/>
              <a:t>&lt;%@ page errorPage=“errorpage.jsp” %&gt;</a:t>
            </a:r>
            <a:endParaRPr lang="en-GB" altLang="en-US" sz="1800"/>
          </a:p>
        </p:txBody>
      </p:sp>
    </p:spTree>
    <p:extLst>
      <p:ext uri="{BB962C8B-B14F-4D97-AF65-F5344CB8AC3E}">
        <p14:creationId xmlns:p14="http://schemas.microsoft.com/office/powerpoint/2010/main" val="9903502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Xử</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lý</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ngoại</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lệ</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trong</a:t>
              </a:r>
              <a:r>
                <a:rPr lang="en-US" altLang="zh-CN" sz="2800" b="1" dirty="0">
                  <a:solidFill>
                    <a:schemeClr val="bg1"/>
                  </a:solidFill>
                  <a:latin typeface="Times New Roman" panose="02020603050405020304" pitchFamily="18" charset="0"/>
                  <a:cs typeface="Times New Roman" panose="02020603050405020304" pitchFamily="18" charset="0"/>
                </a:rPr>
                <a:t> JSP</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897127" cy="1808829"/>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400" dirty="0" err="1">
                <a:latin typeface="Times New Roman" panose="02020603050405020304" pitchFamily="18" charset="0"/>
                <a:cs typeface="Times New Roman" panose="02020603050405020304" pitchFamily="18" charset="0"/>
              </a:rPr>
              <a:t>Trang</a:t>
            </a:r>
            <a:r>
              <a:rPr lang="en-US" sz="2400" dirty="0">
                <a:latin typeface="Times New Roman" panose="02020603050405020304" pitchFamily="18" charset="0"/>
                <a:cs typeface="Times New Roman" panose="02020603050405020304" pitchFamily="18" charset="0"/>
              </a:rPr>
              <a:t> JSP </a:t>
            </a:r>
            <a:r>
              <a:rPr lang="en-US" sz="2400" dirty="0" err="1">
                <a:latin typeface="Times New Roman" panose="02020603050405020304" pitchFamily="18" charset="0"/>
                <a:cs typeface="Times New Roman" panose="02020603050405020304" pitchFamily="18" charset="0"/>
              </a:rPr>
              <a:t>bẫy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r>
              <a:rPr lang="en-US" sz="2400" dirty="0">
                <a:latin typeface="Times New Roman" panose="02020603050405020304" pitchFamily="18" charset="0"/>
                <a:cs typeface="Times New Roman" panose="02020603050405020304" pitchFamily="18" charset="0"/>
              </a:rPr>
              <a:t>.</a:t>
            </a:r>
          </a:p>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Các ngoại lệ chưa được xử lý được chuyển tiếp đến trang lỗi</a:t>
            </a:r>
            <a:endParaRPr lang="en-US"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en-US" sz="2400" b="1" dirty="0" err="1">
                <a:latin typeface="Times New Roman" panose="02020603050405020304" pitchFamily="18" charset="0"/>
                <a:cs typeface="Times New Roman" panose="02020603050405020304" pitchFamily="18" charset="0"/>
              </a:rPr>
              <a:t>Cú</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pháp</a:t>
            </a:r>
            <a:endParaRPr lang="en-US" sz="2400" b="1" dirty="0">
              <a:latin typeface="Times New Roman" panose="02020603050405020304" pitchFamily="18" charset="0"/>
              <a:cs typeface="Times New Roman" panose="02020603050405020304" pitchFamily="18" charset="0"/>
            </a:endParaRPr>
          </a:p>
          <a:p>
            <a:pPr marL="469265" lvl="1">
              <a:lnSpc>
                <a:spcPct val="100000"/>
              </a:lnSpc>
              <a:spcBef>
                <a:spcPts val="595"/>
              </a:spcBef>
              <a:buClr>
                <a:srgbClr val="FF5A33"/>
              </a:buClr>
              <a:tabLst>
                <a:tab pos="755015" algn="l"/>
              </a:tabLst>
            </a:pPr>
            <a:endParaRPr lang="vi-VN" sz="2400" spc="-120" dirty="0">
              <a:latin typeface="+mj-lt"/>
              <a:cs typeface="Arial"/>
            </a:endParaRPr>
          </a:p>
        </p:txBody>
      </p:sp>
      <p:sp>
        <p:nvSpPr>
          <p:cNvPr id="12" name="Rectangle 22"/>
          <p:cNvSpPr>
            <a:spLocks noChangeArrowheads="1"/>
          </p:cNvSpPr>
          <p:nvPr/>
        </p:nvSpPr>
        <p:spPr bwMode="auto">
          <a:xfrm>
            <a:off x="2777904" y="3657600"/>
            <a:ext cx="6027737" cy="466725"/>
          </a:xfrm>
          <a:prstGeom prst="rect">
            <a:avLst/>
          </a:prstGeom>
          <a:solidFill>
            <a:srgbClr val="E0E0E0"/>
          </a:solidFill>
          <a:ln w="9525">
            <a:solidFill>
              <a:schemeClr val="tx1"/>
            </a:solidFill>
            <a:miter lim="800000"/>
            <a:headEnd/>
            <a:tailEnd/>
          </a:ln>
        </p:spPr>
        <p:txBody>
          <a:bodyPr wrap="none" anchor="ct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fr-FR" altLang="en-US" sz="1800"/>
              <a:t>&lt;%@ page errorPage=“errorpage.jsp” %&gt;</a:t>
            </a:r>
            <a:endParaRPr lang="en-GB" altLang="en-US" sz="1800"/>
          </a:p>
        </p:txBody>
      </p:sp>
    </p:spTree>
    <p:extLst>
      <p:ext uri="{BB962C8B-B14F-4D97-AF65-F5344CB8AC3E}">
        <p14:creationId xmlns:p14="http://schemas.microsoft.com/office/powerpoint/2010/main" val="4258761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Xử</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lý</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err="1">
                  <a:solidFill>
                    <a:schemeClr val="bg1"/>
                  </a:solidFill>
                  <a:latin typeface="Times New Roman" panose="02020603050405020304" pitchFamily="18" charset="0"/>
                  <a:cs typeface="Times New Roman" panose="02020603050405020304" pitchFamily="18" charset="0"/>
                </a:rPr>
                <a:t>ngoại</a:t>
              </a:r>
              <a:r>
                <a:rPr lang="en-US" altLang="zh-CN" sz="2800" b="1">
                  <a:solidFill>
                    <a:schemeClr val="bg1"/>
                  </a:solidFill>
                  <a:latin typeface="Times New Roman" panose="02020603050405020304" pitchFamily="18" charset="0"/>
                  <a:cs typeface="Times New Roman" panose="02020603050405020304" pitchFamily="18" charset="0"/>
                </a:rPr>
                <a:t> lệ trong JSP</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897127" cy="916276"/>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400" b="1" dirty="0" err="1">
                <a:latin typeface="Times New Roman" panose="02020603050405020304" pitchFamily="18" charset="0"/>
                <a:cs typeface="Times New Roman" panose="02020603050405020304" pitchFamily="18" charset="0"/>
              </a:rPr>
              <a:t>Ví</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dụ</a:t>
            </a:r>
            <a:endParaRPr lang="en-US" sz="2400" b="1" dirty="0">
              <a:latin typeface="Times New Roman" panose="02020603050405020304" pitchFamily="18" charset="0"/>
              <a:cs typeface="Times New Roman" panose="02020603050405020304" pitchFamily="18" charset="0"/>
            </a:endParaRPr>
          </a:p>
          <a:p>
            <a:pPr marL="469265" lvl="1">
              <a:lnSpc>
                <a:spcPct val="100000"/>
              </a:lnSpc>
              <a:spcBef>
                <a:spcPts val="595"/>
              </a:spcBef>
              <a:buClr>
                <a:srgbClr val="FF5A33"/>
              </a:buClr>
              <a:tabLst>
                <a:tab pos="755015" algn="l"/>
              </a:tabLst>
            </a:pPr>
            <a:endParaRPr lang="vi-VN" sz="2400" spc="-120" dirty="0">
              <a:latin typeface="+mj-lt"/>
              <a:cs typeface="Arial"/>
            </a:endParaRPr>
          </a:p>
        </p:txBody>
      </p:sp>
      <p:sp>
        <p:nvSpPr>
          <p:cNvPr id="13" name="Rectangle 5"/>
          <p:cNvSpPr>
            <a:spLocks noChangeArrowheads="1"/>
          </p:cNvSpPr>
          <p:nvPr/>
        </p:nvSpPr>
        <p:spPr bwMode="auto">
          <a:xfrm>
            <a:off x="2202534" y="2247305"/>
            <a:ext cx="7906204" cy="3542431"/>
          </a:xfrm>
          <a:prstGeom prst="rect">
            <a:avLst/>
          </a:prstGeom>
          <a:noFill/>
          <a:ln>
            <a:headEnd/>
            <a:tailEnd/>
          </a:ln>
        </p:spPr>
        <p:style>
          <a:lnRef idx="1">
            <a:schemeClr val="accent3"/>
          </a:lnRef>
          <a:fillRef idx="2">
            <a:schemeClr val="accent3"/>
          </a:fillRef>
          <a:effectRef idx="1">
            <a:schemeClr val="accent3"/>
          </a:effectRef>
          <a:fontRef idx="minor">
            <a:schemeClr val="dk1"/>
          </a:fontRef>
        </p:style>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buFont typeface="Arial" panose="020B0604020202020204" pitchFamily="34" charset="0"/>
              <a:buNone/>
            </a:pPr>
            <a:r>
              <a:rPr lang="en-US" altLang="en-US" sz="1400" dirty="0">
                <a:solidFill>
                  <a:srgbClr val="BF5F3F"/>
                </a:solidFill>
                <a:latin typeface="Consolas" panose="020B0609020204030204" pitchFamily="49" charset="0"/>
              </a:rPr>
              <a:t>&lt;%@ </a:t>
            </a:r>
            <a:r>
              <a:rPr lang="en-US" altLang="en-US" sz="1400" dirty="0">
                <a:solidFill>
                  <a:srgbClr val="3F7F7F"/>
                </a:solidFill>
                <a:latin typeface="Consolas" panose="020B0609020204030204" pitchFamily="49" charset="0"/>
              </a:rPr>
              <a:t>page </a:t>
            </a:r>
            <a:r>
              <a:rPr lang="en-US" altLang="en-US" sz="1400" dirty="0" err="1">
                <a:solidFill>
                  <a:srgbClr val="7F007F"/>
                </a:solidFill>
                <a:latin typeface="Consolas" panose="020B0609020204030204" pitchFamily="49" charset="0"/>
              </a:rPr>
              <a:t>isErrorPage</a:t>
            </a:r>
            <a:r>
              <a:rPr lang="en-US" altLang="en-US" sz="1400" dirty="0">
                <a:solidFill>
                  <a:srgbClr val="000000"/>
                </a:solidFill>
                <a:latin typeface="Consolas" panose="020B0609020204030204" pitchFamily="49" charset="0"/>
              </a:rPr>
              <a:t>=</a:t>
            </a:r>
            <a:r>
              <a:rPr lang="en-US" altLang="en-US" sz="1400" i="1" dirty="0">
                <a:solidFill>
                  <a:srgbClr val="2A00FF"/>
                </a:solidFill>
                <a:latin typeface="Consolas" panose="020B0609020204030204" pitchFamily="49" charset="0"/>
              </a:rPr>
              <a:t>"true"</a:t>
            </a:r>
            <a:r>
              <a:rPr lang="en-US" altLang="en-US" sz="1400" i="1" dirty="0">
                <a:solidFill>
                  <a:srgbClr val="BF5F3F"/>
                </a:solidFill>
                <a:latin typeface="Consolas" panose="020B0609020204030204" pitchFamily="49" charset="0"/>
              </a:rPr>
              <a:t>%&gt;</a:t>
            </a:r>
          </a:p>
          <a:p>
            <a:pPr>
              <a:buFont typeface="Arial" panose="020B0604020202020204" pitchFamily="34" charset="0"/>
              <a:buNone/>
            </a:pPr>
            <a:r>
              <a:rPr lang="en-US" altLang="en-US" sz="1400" dirty="0">
                <a:solidFill>
                  <a:srgbClr val="008080"/>
                </a:solidFill>
                <a:latin typeface="Consolas" panose="020B0609020204030204" pitchFamily="49" charset="0"/>
              </a:rPr>
              <a:t>&lt;</a:t>
            </a:r>
            <a:r>
              <a:rPr lang="en-US" altLang="en-US" sz="1400" dirty="0">
                <a:solidFill>
                  <a:srgbClr val="3F7F7F"/>
                </a:solidFill>
                <a:latin typeface="Consolas" panose="020B0609020204030204" pitchFamily="49" charset="0"/>
              </a:rPr>
              <a:t>html</a:t>
            </a:r>
            <a:r>
              <a:rPr lang="en-US" altLang="en-US" sz="1400" dirty="0">
                <a:solidFill>
                  <a:srgbClr val="008080"/>
                </a:solidFill>
                <a:latin typeface="Consolas" panose="020B0609020204030204" pitchFamily="49" charset="0"/>
              </a:rPr>
              <a:t>&gt;</a:t>
            </a:r>
          </a:p>
          <a:p>
            <a:pPr>
              <a:buFont typeface="Arial" panose="020B0604020202020204" pitchFamily="34" charset="0"/>
              <a:buNone/>
            </a:pPr>
            <a:r>
              <a:rPr lang="en-US" altLang="en-US" sz="1400" dirty="0">
                <a:solidFill>
                  <a:srgbClr val="008080"/>
                </a:solidFill>
                <a:latin typeface="Consolas" panose="020B0609020204030204" pitchFamily="49" charset="0"/>
              </a:rPr>
              <a:t>&lt;</a:t>
            </a:r>
            <a:r>
              <a:rPr lang="en-US" altLang="en-US" sz="1400" dirty="0">
                <a:solidFill>
                  <a:srgbClr val="3F7F7F"/>
                </a:solidFill>
                <a:latin typeface="Consolas" panose="020B0609020204030204" pitchFamily="49" charset="0"/>
              </a:rPr>
              <a:t>head</a:t>
            </a:r>
            <a:r>
              <a:rPr lang="en-US" altLang="en-US" sz="1400" dirty="0">
                <a:solidFill>
                  <a:srgbClr val="008080"/>
                </a:solidFill>
                <a:latin typeface="Consolas" panose="020B0609020204030204" pitchFamily="49" charset="0"/>
              </a:rPr>
              <a:t>&gt;</a:t>
            </a:r>
          </a:p>
          <a:p>
            <a:pPr>
              <a:buFont typeface="Arial" panose="020B0604020202020204" pitchFamily="34" charset="0"/>
              <a:buNone/>
            </a:pPr>
            <a:r>
              <a:rPr lang="en-US" altLang="en-US" sz="1400" dirty="0">
                <a:solidFill>
                  <a:srgbClr val="008080"/>
                </a:solidFill>
                <a:latin typeface="Consolas" panose="020B0609020204030204" pitchFamily="49" charset="0"/>
              </a:rPr>
              <a:t>&lt;</a:t>
            </a:r>
            <a:r>
              <a:rPr lang="en-US" altLang="en-US" sz="1400" dirty="0">
                <a:solidFill>
                  <a:srgbClr val="3F7F7F"/>
                </a:solidFill>
                <a:latin typeface="Consolas" panose="020B0609020204030204" pitchFamily="49" charset="0"/>
              </a:rPr>
              <a:t>title</a:t>
            </a:r>
            <a:r>
              <a:rPr lang="en-US" altLang="en-US" sz="1400" dirty="0">
                <a:solidFill>
                  <a:srgbClr val="008080"/>
                </a:solidFill>
                <a:latin typeface="Consolas" panose="020B0609020204030204" pitchFamily="49" charset="0"/>
              </a:rPr>
              <a:t>&gt;</a:t>
            </a:r>
            <a:r>
              <a:rPr lang="en-US" altLang="en-US" sz="1400" dirty="0">
                <a:solidFill>
                  <a:srgbClr val="000000"/>
                </a:solidFill>
                <a:latin typeface="Consolas" panose="020B0609020204030204" pitchFamily="49" charset="0"/>
              </a:rPr>
              <a:t>Error Page</a:t>
            </a:r>
            <a:r>
              <a:rPr lang="en-US" altLang="en-US" sz="1400" dirty="0">
                <a:solidFill>
                  <a:srgbClr val="008080"/>
                </a:solidFill>
                <a:latin typeface="Consolas" panose="020B0609020204030204" pitchFamily="49" charset="0"/>
              </a:rPr>
              <a:t>&lt;/</a:t>
            </a:r>
            <a:r>
              <a:rPr lang="en-US" altLang="en-US" sz="1400" dirty="0">
                <a:solidFill>
                  <a:srgbClr val="3F7F7F"/>
                </a:solidFill>
                <a:latin typeface="Consolas" panose="020B0609020204030204" pitchFamily="49" charset="0"/>
              </a:rPr>
              <a:t>title</a:t>
            </a:r>
            <a:r>
              <a:rPr lang="en-US" altLang="en-US" sz="1400" dirty="0">
                <a:solidFill>
                  <a:srgbClr val="008080"/>
                </a:solidFill>
                <a:latin typeface="Consolas" panose="020B0609020204030204" pitchFamily="49" charset="0"/>
              </a:rPr>
              <a:t>&gt;</a:t>
            </a:r>
          </a:p>
          <a:p>
            <a:pPr>
              <a:buFont typeface="Arial" panose="020B0604020202020204" pitchFamily="34" charset="0"/>
              <a:buNone/>
            </a:pPr>
            <a:r>
              <a:rPr lang="en-US" altLang="en-US" sz="1400" dirty="0">
                <a:solidFill>
                  <a:srgbClr val="008080"/>
                </a:solidFill>
                <a:latin typeface="Consolas" panose="020B0609020204030204" pitchFamily="49" charset="0"/>
              </a:rPr>
              <a:t>&lt;/</a:t>
            </a:r>
            <a:r>
              <a:rPr lang="en-US" altLang="en-US" sz="1400" dirty="0">
                <a:solidFill>
                  <a:srgbClr val="3F7F7F"/>
                </a:solidFill>
                <a:latin typeface="Consolas" panose="020B0609020204030204" pitchFamily="49" charset="0"/>
              </a:rPr>
              <a:t>head</a:t>
            </a:r>
            <a:r>
              <a:rPr lang="en-US" altLang="en-US" sz="1400" dirty="0">
                <a:solidFill>
                  <a:srgbClr val="008080"/>
                </a:solidFill>
                <a:latin typeface="Consolas" panose="020B0609020204030204" pitchFamily="49" charset="0"/>
              </a:rPr>
              <a:t>&gt;</a:t>
            </a:r>
          </a:p>
          <a:p>
            <a:pPr>
              <a:buFont typeface="Arial" panose="020B0604020202020204" pitchFamily="34" charset="0"/>
              <a:buNone/>
            </a:pPr>
            <a:r>
              <a:rPr lang="en-US" altLang="en-US" sz="1400" dirty="0">
                <a:solidFill>
                  <a:srgbClr val="008080"/>
                </a:solidFill>
                <a:latin typeface="Consolas" panose="020B0609020204030204" pitchFamily="49" charset="0"/>
              </a:rPr>
              <a:t>&lt;</a:t>
            </a:r>
            <a:r>
              <a:rPr lang="en-US" altLang="en-US" sz="1400" dirty="0">
                <a:solidFill>
                  <a:srgbClr val="3F7F7F"/>
                </a:solidFill>
                <a:latin typeface="Consolas" panose="020B0609020204030204" pitchFamily="49" charset="0"/>
              </a:rPr>
              <a:t>body</a:t>
            </a:r>
            <a:r>
              <a:rPr lang="en-US" altLang="en-US" sz="1400" dirty="0">
                <a:solidFill>
                  <a:srgbClr val="008080"/>
                </a:solidFill>
                <a:latin typeface="Consolas" panose="020B0609020204030204" pitchFamily="49" charset="0"/>
              </a:rPr>
              <a:t>&gt;</a:t>
            </a:r>
          </a:p>
          <a:p>
            <a:pPr lvl="1">
              <a:buFont typeface="Arial" panose="020B0604020202020204" pitchFamily="34" charset="0"/>
              <a:buNone/>
            </a:pPr>
            <a:r>
              <a:rPr lang="en-US" altLang="en-US" sz="1400" dirty="0">
                <a:solidFill>
                  <a:srgbClr val="008080"/>
                </a:solidFill>
                <a:latin typeface="Consolas" panose="020B0609020204030204" pitchFamily="49" charset="0"/>
              </a:rPr>
              <a:t>&lt;</a:t>
            </a:r>
            <a:r>
              <a:rPr lang="en-US" altLang="en-US" sz="1400" dirty="0">
                <a:solidFill>
                  <a:srgbClr val="3F7F7F"/>
                </a:solidFill>
                <a:latin typeface="Consolas" panose="020B0609020204030204" pitchFamily="49" charset="0"/>
              </a:rPr>
              <a:t>h3</a:t>
            </a:r>
            <a:r>
              <a:rPr lang="en-US" altLang="en-US" sz="1400" dirty="0">
                <a:solidFill>
                  <a:srgbClr val="008080"/>
                </a:solidFill>
                <a:latin typeface="Consolas" panose="020B0609020204030204" pitchFamily="49" charset="0"/>
              </a:rPr>
              <a:t>&gt;</a:t>
            </a:r>
            <a:r>
              <a:rPr lang="en-US" altLang="en-US" sz="1400" dirty="0">
                <a:solidFill>
                  <a:srgbClr val="000000"/>
                </a:solidFill>
                <a:latin typeface="Consolas" panose="020B0609020204030204" pitchFamily="49" charset="0"/>
              </a:rPr>
              <a:t>Due to following reasons an error has occurred</a:t>
            </a:r>
            <a:r>
              <a:rPr lang="en-US" altLang="en-US" sz="1400" dirty="0">
                <a:solidFill>
                  <a:srgbClr val="008080"/>
                </a:solidFill>
                <a:latin typeface="Consolas" panose="020B0609020204030204" pitchFamily="49" charset="0"/>
              </a:rPr>
              <a:t>&lt;/</a:t>
            </a:r>
            <a:r>
              <a:rPr lang="en-US" altLang="en-US" sz="1400" dirty="0">
                <a:solidFill>
                  <a:srgbClr val="3F7F7F"/>
                </a:solidFill>
                <a:latin typeface="Consolas" panose="020B0609020204030204" pitchFamily="49" charset="0"/>
              </a:rPr>
              <a:t>h3</a:t>
            </a:r>
            <a:r>
              <a:rPr lang="en-US" altLang="en-US" sz="1400" dirty="0">
                <a:solidFill>
                  <a:srgbClr val="008080"/>
                </a:solidFill>
                <a:latin typeface="Consolas" panose="020B0609020204030204" pitchFamily="49" charset="0"/>
              </a:rPr>
              <a:t>&gt;</a:t>
            </a:r>
          </a:p>
          <a:p>
            <a:pPr lvl="1">
              <a:buFont typeface="Arial" panose="020B0604020202020204" pitchFamily="34" charset="0"/>
              <a:buNone/>
            </a:pPr>
            <a:r>
              <a:rPr lang="en-US" altLang="en-US" sz="1400" dirty="0">
                <a:solidFill>
                  <a:srgbClr val="008080"/>
                </a:solidFill>
                <a:latin typeface="Consolas" panose="020B0609020204030204" pitchFamily="49" charset="0"/>
              </a:rPr>
              <a:t>&lt;</a:t>
            </a:r>
            <a:r>
              <a:rPr lang="en-US" altLang="en-US" sz="1400" dirty="0" err="1">
                <a:solidFill>
                  <a:srgbClr val="3F7F7F"/>
                </a:solidFill>
                <a:latin typeface="Consolas" panose="020B0609020204030204" pitchFamily="49" charset="0"/>
              </a:rPr>
              <a:t>ul</a:t>
            </a:r>
            <a:r>
              <a:rPr lang="en-US" altLang="en-US" sz="1400" dirty="0">
                <a:solidFill>
                  <a:srgbClr val="008080"/>
                </a:solidFill>
                <a:latin typeface="Consolas" panose="020B0609020204030204" pitchFamily="49" charset="0"/>
              </a:rPr>
              <a:t>&gt;</a:t>
            </a:r>
          </a:p>
          <a:p>
            <a:pPr lvl="1">
              <a:buFont typeface="Arial" panose="020B0604020202020204" pitchFamily="34" charset="0"/>
              <a:buNone/>
            </a:pPr>
            <a:r>
              <a:rPr lang="en-US" altLang="en-US" sz="1400" dirty="0">
                <a:solidFill>
                  <a:srgbClr val="008080"/>
                </a:solidFill>
                <a:latin typeface="Consolas" panose="020B0609020204030204" pitchFamily="49" charset="0"/>
              </a:rPr>
              <a:t>&lt;</a:t>
            </a:r>
            <a:r>
              <a:rPr lang="en-US" altLang="en-US" sz="1400" dirty="0">
                <a:solidFill>
                  <a:srgbClr val="3F7F7F"/>
                </a:solidFill>
                <a:latin typeface="Consolas" panose="020B0609020204030204" pitchFamily="49" charset="0"/>
              </a:rPr>
              <a:t>li</a:t>
            </a:r>
            <a:r>
              <a:rPr lang="en-US" altLang="en-US" sz="1400" dirty="0">
                <a:solidFill>
                  <a:srgbClr val="008080"/>
                </a:solidFill>
                <a:latin typeface="Consolas" panose="020B0609020204030204" pitchFamily="49" charset="0"/>
              </a:rPr>
              <a:t>&gt;</a:t>
            </a:r>
            <a:r>
              <a:rPr lang="en-US" altLang="en-US" sz="1400" dirty="0">
                <a:solidFill>
                  <a:srgbClr val="BF5F3F"/>
                </a:solidFill>
                <a:latin typeface="Consolas" panose="020B0609020204030204" pitchFamily="49" charset="0"/>
              </a:rPr>
              <a:t>&lt;%=</a:t>
            </a:r>
            <a:r>
              <a:rPr lang="en-US" altLang="en-US" sz="1400" dirty="0" err="1">
                <a:solidFill>
                  <a:srgbClr val="000000"/>
                </a:solidFill>
                <a:latin typeface="Consolas" panose="020B0609020204030204" pitchFamily="49" charset="0"/>
              </a:rPr>
              <a:t>exception.getClass</a:t>
            </a:r>
            <a:r>
              <a:rPr lang="en-US" altLang="en-US" sz="1400" dirty="0">
                <a:solidFill>
                  <a:srgbClr val="000000"/>
                </a:solidFill>
                <a:latin typeface="Consolas" panose="020B0609020204030204" pitchFamily="49" charset="0"/>
              </a:rPr>
              <a:t>()</a:t>
            </a:r>
            <a:r>
              <a:rPr lang="en-US" altLang="en-US" sz="1400" dirty="0">
                <a:solidFill>
                  <a:srgbClr val="BF5F3F"/>
                </a:solidFill>
                <a:latin typeface="Consolas" panose="020B0609020204030204" pitchFamily="49" charset="0"/>
              </a:rPr>
              <a:t>%&gt;</a:t>
            </a:r>
            <a:r>
              <a:rPr lang="en-US" altLang="en-US" sz="1400" dirty="0">
                <a:solidFill>
                  <a:srgbClr val="008080"/>
                </a:solidFill>
                <a:latin typeface="Consolas" panose="020B0609020204030204" pitchFamily="49" charset="0"/>
              </a:rPr>
              <a:t>&lt;/</a:t>
            </a:r>
            <a:r>
              <a:rPr lang="en-US" altLang="en-US" sz="1400" dirty="0">
                <a:solidFill>
                  <a:srgbClr val="3F7F7F"/>
                </a:solidFill>
                <a:latin typeface="Consolas" panose="020B0609020204030204" pitchFamily="49" charset="0"/>
              </a:rPr>
              <a:t>li</a:t>
            </a:r>
            <a:r>
              <a:rPr lang="en-US" altLang="en-US" sz="1400" dirty="0">
                <a:solidFill>
                  <a:srgbClr val="008080"/>
                </a:solidFill>
                <a:latin typeface="Consolas" panose="020B0609020204030204" pitchFamily="49" charset="0"/>
              </a:rPr>
              <a:t>&gt;</a:t>
            </a:r>
          </a:p>
          <a:p>
            <a:pPr lvl="1">
              <a:buFont typeface="Arial" panose="020B0604020202020204" pitchFamily="34" charset="0"/>
              <a:buNone/>
            </a:pPr>
            <a:r>
              <a:rPr lang="en-US" altLang="en-US" sz="1400" dirty="0">
                <a:solidFill>
                  <a:srgbClr val="008080"/>
                </a:solidFill>
                <a:latin typeface="Consolas" panose="020B0609020204030204" pitchFamily="49" charset="0"/>
              </a:rPr>
              <a:t>&lt;</a:t>
            </a:r>
            <a:r>
              <a:rPr lang="en-US" altLang="en-US" sz="1400" dirty="0">
                <a:solidFill>
                  <a:srgbClr val="3F7F7F"/>
                </a:solidFill>
                <a:latin typeface="Consolas" panose="020B0609020204030204" pitchFamily="49" charset="0"/>
              </a:rPr>
              <a:t>li</a:t>
            </a:r>
            <a:r>
              <a:rPr lang="en-US" altLang="en-US" sz="1400" dirty="0">
                <a:solidFill>
                  <a:srgbClr val="008080"/>
                </a:solidFill>
                <a:latin typeface="Consolas" panose="020B0609020204030204" pitchFamily="49" charset="0"/>
              </a:rPr>
              <a:t>&gt;</a:t>
            </a:r>
            <a:r>
              <a:rPr lang="en-US" altLang="en-US" sz="1400" dirty="0">
                <a:solidFill>
                  <a:srgbClr val="BF5F3F"/>
                </a:solidFill>
                <a:latin typeface="Consolas" panose="020B0609020204030204" pitchFamily="49" charset="0"/>
              </a:rPr>
              <a:t>&lt;%=</a:t>
            </a:r>
            <a:r>
              <a:rPr lang="en-US" altLang="en-US" sz="1400" dirty="0" err="1">
                <a:solidFill>
                  <a:srgbClr val="000000"/>
                </a:solidFill>
                <a:latin typeface="Consolas" panose="020B0609020204030204" pitchFamily="49" charset="0"/>
              </a:rPr>
              <a:t>exception.getMessage</a:t>
            </a:r>
            <a:r>
              <a:rPr lang="en-US" altLang="en-US" sz="1400" dirty="0">
                <a:solidFill>
                  <a:srgbClr val="000000"/>
                </a:solidFill>
                <a:latin typeface="Consolas" panose="020B0609020204030204" pitchFamily="49" charset="0"/>
              </a:rPr>
              <a:t>()</a:t>
            </a:r>
            <a:r>
              <a:rPr lang="en-US" altLang="en-US" sz="1400" dirty="0">
                <a:solidFill>
                  <a:srgbClr val="BF5F3F"/>
                </a:solidFill>
                <a:latin typeface="Consolas" panose="020B0609020204030204" pitchFamily="49" charset="0"/>
              </a:rPr>
              <a:t>%&gt;</a:t>
            </a:r>
            <a:r>
              <a:rPr lang="en-US" altLang="en-US" sz="1400" dirty="0">
                <a:solidFill>
                  <a:srgbClr val="008080"/>
                </a:solidFill>
                <a:latin typeface="Consolas" panose="020B0609020204030204" pitchFamily="49" charset="0"/>
              </a:rPr>
              <a:t>&lt;/</a:t>
            </a:r>
            <a:r>
              <a:rPr lang="en-US" altLang="en-US" sz="1400" dirty="0">
                <a:solidFill>
                  <a:srgbClr val="3F7F7F"/>
                </a:solidFill>
                <a:latin typeface="Consolas" panose="020B0609020204030204" pitchFamily="49" charset="0"/>
              </a:rPr>
              <a:t>li</a:t>
            </a:r>
            <a:r>
              <a:rPr lang="en-US" altLang="en-US" sz="1400" dirty="0">
                <a:solidFill>
                  <a:srgbClr val="008080"/>
                </a:solidFill>
                <a:latin typeface="Consolas" panose="020B0609020204030204" pitchFamily="49" charset="0"/>
              </a:rPr>
              <a:t>&gt;</a:t>
            </a:r>
          </a:p>
          <a:p>
            <a:pPr lvl="1">
              <a:buFont typeface="Arial" panose="020B0604020202020204" pitchFamily="34" charset="0"/>
              <a:buNone/>
            </a:pPr>
            <a:r>
              <a:rPr lang="en-US" altLang="en-US" sz="1400" dirty="0">
                <a:solidFill>
                  <a:srgbClr val="008080"/>
                </a:solidFill>
                <a:latin typeface="Consolas" panose="020B0609020204030204" pitchFamily="49" charset="0"/>
              </a:rPr>
              <a:t>&lt;/</a:t>
            </a:r>
            <a:r>
              <a:rPr lang="en-US" altLang="en-US" sz="1400" dirty="0" err="1">
                <a:solidFill>
                  <a:srgbClr val="3F7F7F"/>
                </a:solidFill>
                <a:latin typeface="Consolas" panose="020B0609020204030204" pitchFamily="49" charset="0"/>
              </a:rPr>
              <a:t>ul</a:t>
            </a:r>
            <a:r>
              <a:rPr lang="en-US" altLang="en-US" sz="1400" dirty="0">
                <a:solidFill>
                  <a:srgbClr val="008080"/>
                </a:solidFill>
                <a:latin typeface="Consolas" panose="020B0609020204030204" pitchFamily="49" charset="0"/>
              </a:rPr>
              <a:t>&gt;</a:t>
            </a:r>
          </a:p>
          <a:p>
            <a:pPr>
              <a:buFont typeface="Arial" panose="020B0604020202020204" pitchFamily="34" charset="0"/>
              <a:buNone/>
            </a:pPr>
            <a:r>
              <a:rPr lang="en-US" altLang="en-US" sz="1400" dirty="0">
                <a:solidFill>
                  <a:srgbClr val="008080"/>
                </a:solidFill>
                <a:latin typeface="Consolas" panose="020B0609020204030204" pitchFamily="49" charset="0"/>
              </a:rPr>
              <a:t>&lt;/</a:t>
            </a:r>
            <a:r>
              <a:rPr lang="en-US" altLang="en-US" sz="1400" dirty="0">
                <a:solidFill>
                  <a:srgbClr val="3F7F7F"/>
                </a:solidFill>
                <a:latin typeface="Consolas" panose="020B0609020204030204" pitchFamily="49" charset="0"/>
              </a:rPr>
              <a:t>body</a:t>
            </a:r>
            <a:r>
              <a:rPr lang="en-US" altLang="en-US" sz="1400" dirty="0">
                <a:solidFill>
                  <a:srgbClr val="008080"/>
                </a:solidFill>
                <a:latin typeface="Consolas" panose="020B0609020204030204" pitchFamily="49" charset="0"/>
              </a:rPr>
              <a:t>&gt;</a:t>
            </a:r>
          </a:p>
          <a:p>
            <a:pPr>
              <a:buFont typeface="Arial" panose="020B0604020202020204" pitchFamily="34" charset="0"/>
              <a:buNone/>
            </a:pPr>
            <a:r>
              <a:rPr lang="en-US" altLang="en-US" sz="1400" dirty="0">
                <a:solidFill>
                  <a:srgbClr val="008080"/>
                </a:solidFill>
                <a:latin typeface="Consolas" panose="020B0609020204030204" pitchFamily="49" charset="0"/>
              </a:rPr>
              <a:t>&lt;/</a:t>
            </a:r>
            <a:r>
              <a:rPr lang="en-US" altLang="en-US" sz="1400" dirty="0">
                <a:solidFill>
                  <a:srgbClr val="3F7F7F"/>
                </a:solidFill>
                <a:latin typeface="Consolas" panose="020B0609020204030204" pitchFamily="49" charset="0"/>
              </a:rPr>
              <a:t>html</a:t>
            </a:r>
            <a:r>
              <a:rPr lang="en-US" altLang="en-US" sz="1400" dirty="0">
                <a:solidFill>
                  <a:srgbClr val="008080"/>
                </a:solidFill>
                <a:latin typeface="Consolas" panose="020B0609020204030204" pitchFamily="49" charset="0"/>
              </a:rPr>
              <a:t>&gt;</a:t>
            </a:r>
            <a:endParaRPr lang="en-GB" altLang="en-US" sz="1400" dirty="0"/>
          </a:p>
        </p:txBody>
      </p:sp>
      <p:sp>
        <p:nvSpPr>
          <p:cNvPr id="14" name="Text Box 9"/>
          <p:cNvSpPr txBox="1">
            <a:spLocks noChangeArrowheads="1"/>
          </p:cNvSpPr>
          <p:nvPr/>
        </p:nvSpPr>
        <p:spPr bwMode="auto">
          <a:xfrm>
            <a:off x="2202534" y="5802390"/>
            <a:ext cx="790620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ct val="0"/>
              </a:spcBef>
              <a:buFontTx/>
              <a:buNone/>
            </a:pPr>
            <a:r>
              <a:rPr lang="en-US" altLang="en-US" sz="2000" b="1"/>
              <a:t>ErrorPage.jsp</a:t>
            </a:r>
          </a:p>
        </p:txBody>
      </p:sp>
    </p:spTree>
    <p:extLst>
      <p:ext uri="{BB962C8B-B14F-4D97-AF65-F5344CB8AC3E}">
        <p14:creationId xmlns:p14="http://schemas.microsoft.com/office/powerpoint/2010/main" val="1479968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Xử</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lý</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err="1">
                  <a:solidFill>
                    <a:schemeClr val="bg1"/>
                  </a:solidFill>
                  <a:latin typeface="Times New Roman" panose="02020603050405020304" pitchFamily="18" charset="0"/>
                  <a:cs typeface="Times New Roman" panose="02020603050405020304" pitchFamily="18" charset="0"/>
                </a:rPr>
                <a:t>ngoại</a:t>
              </a:r>
              <a:r>
                <a:rPr lang="en-US" altLang="zh-CN" sz="2800" b="1">
                  <a:solidFill>
                    <a:schemeClr val="bg1"/>
                  </a:solidFill>
                  <a:latin typeface="Times New Roman" panose="02020603050405020304" pitchFamily="18" charset="0"/>
                  <a:cs typeface="Times New Roman" panose="02020603050405020304" pitchFamily="18" charset="0"/>
                </a:rPr>
                <a:t> lệ trong JSP</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897127" cy="916276"/>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400" b="1" dirty="0" err="1">
                <a:latin typeface="Times New Roman" panose="02020603050405020304" pitchFamily="18" charset="0"/>
                <a:cs typeface="Times New Roman" panose="02020603050405020304" pitchFamily="18" charset="0"/>
              </a:rPr>
              <a:t>Ví</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dụ</a:t>
            </a:r>
            <a:endParaRPr lang="en-US" sz="2400" b="1" dirty="0">
              <a:latin typeface="Times New Roman" panose="02020603050405020304" pitchFamily="18" charset="0"/>
              <a:cs typeface="Times New Roman" panose="02020603050405020304" pitchFamily="18" charset="0"/>
            </a:endParaRPr>
          </a:p>
          <a:p>
            <a:pPr marL="469265" lvl="1">
              <a:lnSpc>
                <a:spcPct val="100000"/>
              </a:lnSpc>
              <a:spcBef>
                <a:spcPts val="595"/>
              </a:spcBef>
              <a:buClr>
                <a:srgbClr val="FF5A33"/>
              </a:buClr>
              <a:tabLst>
                <a:tab pos="755015" algn="l"/>
              </a:tabLst>
            </a:pPr>
            <a:endParaRPr lang="vi-VN" sz="2400" spc="-120" dirty="0">
              <a:latin typeface="+mj-lt"/>
              <a:cs typeface="Arial"/>
            </a:endParaRPr>
          </a:p>
        </p:txBody>
      </p:sp>
      <p:sp>
        <p:nvSpPr>
          <p:cNvPr id="18" name="Rectangle 5"/>
          <p:cNvSpPr>
            <a:spLocks noChangeArrowheads="1"/>
          </p:cNvSpPr>
          <p:nvPr/>
        </p:nvSpPr>
        <p:spPr bwMode="auto">
          <a:xfrm>
            <a:off x="4703505" y="1944297"/>
            <a:ext cx="5943600" cy="4601296"/>
          </a:xfrm>
          <a:prstGeom prst="rect">
            <a:avLst/>
          </a:prstGeom>
          <a:noFill/>
          <a:ln>
            <a:headEnd/>
            <a:tailEnd/>
          </a:ln>
        </p:spPr>
        <p:style>
          <a:lnRef idx="1">
            <a:schemeClr val="accent3"/>
          </a:lnRef>
          <a:fillRef idx="2">
            <a:schemeClr val="accent3"/>
          </a:fillRef>
          <a:effectRef idx="1">
            <a:schemeClr val="accent3"/>
          </a:effectRef>
          <a:fontRef idx="minor">
            <a:schemeClr val="dk1"/>
          </a:fontRef>
        </p:style>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buFont typeface="Arial" panose="020B0604020202020204" pitchFamily="34" charset="0"/>
              <a:buNone/>
            </a:pPr>
            <a:r>
              <a:rPr lang="en-US" altLang="en-US" sz="1000" dirty="0">
                <a:solidFill>
                  <a:srgbClr val="BF5F3F"/>
                </a:solidFill>
                <a:latin typeface="Consolas" panose="020B0609020204030204" pitchFamily="49" charset="0"/>
              </a:rPr>
              <a:t>&lt;%@ </a:t>
            </a:r>
            <a:r>
              <a:rPr lang="en-US" altLang="en-US" sz="1000" dirty="0">
                <a:solidFill>
                  <a:srgbClr val="3F7F7F"/>
                </a:solidFill>
                <a:latin typeface="Consolas" panose="020B0609020204030204" pitchFamily="49" charset="0"/>
              </a:rPr>
              <a:t>page </a:t>
            </a:r>
            <a:r>
              <a:rPr lang="en-US" altLang="en-US" sz="1000" dirty="0" err="1">
                <a:solidFill>
                  <a:srgbClr val="7F007F"/>
                </a:solidFill>
                <a:latin typeface="Consolas" panose="020B0609020204030204" pitchFamily="49" charset="0"/>
              </a:rPr>
              <a:t>errorPage</a:t>
            </a:r>
            <a:r>
              <a:rPr lang="en-US" altLang="en-US" sz="1000" dirty="0">
                <a:solidFill>
                  <a:srgbClr val="000000"/>
                </a:solidFill>
                <a:latin typeface="Consolas" panose="020B0609020204030204" pitchFamily="49" charset="0"/>
              </a:rPr>
              <a:t>=</a:t>
            </a:r>
            <a:r>
              <a:rPr lang="en-US" altLang="en-US" sz="1000" i="1" dirty="0">
                <a:solidFill>
                  <a:srgbClr val="2A00FF"/>
                </a:solidFill>
                <a:latin typeface="Consolas" panose="020B0609020204030204" pitchFamily="49" charset="0"/>
              </a:rPr>
              <a:t>"</a:t>
            </a:r>
            <a:r>
              <a:rPr lang="en-US" altLang="en-US" sz="1000" i="1" dirty="0" err="1">
                <a:solidFill>
                  <a:srgbClr val="2A00FF"/>
                </a:solidFill>
                <a:latin typeface="Consolas" panose="020B0609020204030204" pitchFamily="49" charset="0"/>
              </a:rPr>
              <a:t>ErrorPage.jsp</a:t>
            </a:r>
            <a:r>
              <a:rPr lang="en-US" altLang="en-US" sz="1000" i="1" dirty="0">
                <a:solidFill>
                  <a:srgbClr val="2A00FF"/>
                </a:solidFill>
                <a:latin typeface="Consolas" panose="020B0609020204030204" pitchFamily="49" charset="0"/>
              </a:rPr>
              <a:t>"</a:t>
            </a:r>
            <a:r>
              <a:rPr lang="en-US" altLang="en-US" sz="1000" i="1" dirty="0">
                <a:solidFill>
                  <a:srgbClr val="BF5F3F"/>
                </a:solidFill>
                <a:latin typeface="Consolas" panose="020B0609020204030204" pitchFamily="49" charset="0"/>
              </a:rPr>
              <a:t>%&gt;</a:t>
            </a:r>
          </a:p>
          <a:p>
            <a:pPr>
              <a:buFont typeface="Arial" panose="020B0604020202020204" pitchFamily="34" charset="0"/>
              <a:buNone/>
            </a:pPr>
            <a:r>
              <a:rPr lang="en-US" altLang="en-US" sz="1000" dirty="0">
                <a:solidFill>
                  <a:srgbClr val="008080"/>
                </a:solidFill>
                <a:latin typeface="Consolas" panose="020B0609020204030204" pitchFamily="49" charset="0"/>
              </a:rPr>
              <a:t>&lt;</a:t>
            </a:r>
            <a:r>
              <a:rPr lang="en-US" altLang="en-US" sz="1000" dirty="0">
                <a:solidFill>
                  <a:srgbClr val="3F7F7F"/>
                </a:solidFill>
                <a:latin typeface="Consolas" panose="020B0609020204030204" pitchFamily="49" charset="0"/>
              </a:rPr>
              <a:t>html</a:t>
            </a:r>
            <a:r>
              <a:rPr lang="en-US" altLang="en-US" sz="1000" dirty="0">
                <a:solidFill>
                  <a:srgbClr val="008080"/>
                </a:solidFill>
                <a:latin typeface="Consolas" panose="020B0609020204030204" pitchFamily="49" charset="0"/>
              </a:rPr>
              <a:t>&gt;</a:t>
            </a:r>
          </a:p>
          <a:p>
            <a:pPr>
              <a:buFont typeface="Arial" panose="020B0604020202020204" pitchFamily="34" charset="0"/>
              <a:buNone/>
            </a:pPr>
            <a:r>
              <a:rPr lang="en-US" altLang="en-US" sz="1000" dirty="0">
                <a:solidFill>
                  <a:srgbClr val="008080"/>
                </a:solidFill>
                <a:latin typeface="Consolas" panose="020B0609020204030204" pitchFamily="49" charset="0"/>
              </a:rPr>
              <a:t>&lt;</a:t>
            </a:r>
            <a:r>
              <a:rPr lang="en-US" altLang="en-US" sz="1000" dirty="0">
                <a:solidFill>
                  <a:srgbClr val="3F7F7F"/>
                </a:solidFill>
                <a:latin typeface="Consolas" panose="020B0609020204030204" pitchFamily="49" charset="0"/>
              </a:rPr>
              <a:t>head</a:t>
            </a:r>
            <a:r>
              <a:rPr lang="en-US" altLang="en-US" sz="1000" dirty="0">
                <a:solidFill>
                  <a:srgbClr val="008080"/>
                </a:solidFill>
                <a:latin typeface="Consolas" panose="020B0609020204030204" pitchFamily="49" charset="0"/>
              </a:rPr>
              <a:t>&gt;</a:t>
            </a:r>
          </a:p>
          <a:p>
            <a:pPr>
              <a:buFont typeface="Arial" panose="020B0604020202020204" pitchFamily="34" charset="0"/>
              <a:buNone/>
            </a:pPr>
            <a:r>
              <a:rPr lang="en-US" altLang="en-US" sz="1000" dirty="0">
                <a:solidFill>
                  <a:srgbClr val="008080"/>
                </a:solidFill>
                <a:latin typeface="Consolas" panose="020B0609020204030204" pitchFamily="49" charset="0"/>
              </a:rPr>
              <a:t>&lt;</a:t>
            </a:r>
            <a:r>
              <a:rPr lang="en-US" altLang="en-US" sz="1000" dirty="0">
                <a:solidFill>
                  <a:srgbClr val="3F7F7F"/>
                </a:solidFill>
                <a:latin typeface="Consolas" panose="020B0609020204030204" pitchFamily="49" charset="0"/>
              </a:rPr>
              <a:t>title</a:t>
            </a:r>
            <a:r>
              <a:rPr lang="en-US" altLang="en-US" sz="1000" dirty="0">
                <a:solidFill>
                  <a:srgbClr val="008080"/>
                </a:solidFill>
                <a:latin typeface="Consolas" panose="020B0609020204030204" pitchFamily="49" charset="0"/>
              </a:rPr>
              <a:t>&gt;</a:t>
            </a:r>
            <a:r>
              <a:rPr lang="en-US" altLang="en-US" sz="1000" dirty="0">
                <a:solidFill>
                  <a:srgbClr val="000000"/>
                </a:solidFill>
                <a:latin typeface="Consolas" panose="020B0609020204030204" pitchFamily="49" charset="0"/>
              </a:rPr>
              <a:t>Form</a:t>
            </a:r>
            <a:r>
              <a:rPr lang="en-US" altLang="en-US" sz="1000" dirty="0">
                <a:solidFill>
                  <a:srgbClr val="008080"/>
                </a:solidFill>
                <a:latin typeface="Consolas" panose="020B0609020204030204" pitchFamily="49" charset="0"/>
              </a:rPr>
              <a:t>&lt;/</a:t>
            </a:r>
            <a:r>
              <a:rPr lang="en-US" altLang="en-US" sz="1000" dirty="0">
                <a:solidFill>
                  <a:srgbClr val="3F7F7F"/>
                </a:solidFill>
                <a:latin typeface="Consolas" panose="020B0609020204030204" pitchFamily="49" charset="0"/>
              </a:rPr>
              <a:t>title</a:t>
            </a:r>
            <a:r>
              <a:rPr lang="en-US" altLang="en-US" sz="1000" dirty="0">
                <a:solidFill>
                  <a:srgbClr val="008080"/>
                </a:solidFill>
                <a:latin typeface="Consolas" panose="020B0609020204030204" pitchFamily="49" charset="0"/>
              </a:rPr>
              <a:t>&gt;</a:t>
            </a:r>
          </a:p>
          <a:p>
            <a:pPr>
              <a:buFont typeface="Arial" panose="020B0604020202020204" pitchFamily="34" charset="0"/>
              <a:buNone/>
            </a:pPr>
            <a:r>
              <a:rPr lang="en-US" altLang="en-US" sz="1000" dirty="0">
                <a:solidFill>
                  <a:srgbClr val="008080"/>
                </a:solidFill>
                <a:latin typeface="Consolas" panose="020B0609020204030204" pitchFamily="49" charset="0"/>
              </a:rPr>
              <a:t>&lt;/</a:t>
            </a:r>
            <a:r>
              <a:rPr lang="en-US" altLang="en-US" sz="1000" dirty="0">
                <a:solidFill>
                  <a:srgbClr val="3F7F7F"/>
                </a:solidFill>
                <a:latin typeface="Consolas" panose="020B0609020204030204" pitchFamily="49" charset="0"/>
              </a:rPr>
              <a:t>head</a:t>
            </a:r>
            <a:r>
              <a:rPr lang="en-US" altLang="en-US" sz="1000" dirty="0">
                <a:solidFill>
                  <a:srgbClr val="008080"/>
                </a:solidFill>
                <a:latin typeface="Consolas" panose="020B0609020204030204" pitchFamily="49" charset="0"/>
              </a:rPr>
              <a:t>&gt;</a:t>
            </a:r>
          </a:p>
          <a:p>
            <a:pPr>
              <a:buFont typeface="Arial" panose="020B0604020202020204" pitchFamily="34" charset="0"/>
              <a:buNone/>
            </a:pPr>
            <a:r>
              <a:rPr lang="en-US" altLang="en-US" sz="1000" dirty="0">
                <a:solidFill>
                  <a:srgbClr val="008080"/>
                </a:solidFill>
                <a:latin typeface="Consolas" panose="020B0609020204030204" pitchFamily="49" charset="0"/>
              </a:rPr>
              <a:t>&lt;</a:t>
            </a:r>
            <a:r>
              <a:rPr lang="en-US" altLang="en-US" sz="1000" dirty="0">
                <a:solidFill>
                  <a:srgbClr val="3F7F7F"/>
                </a:solidFill>
                <a:latin typeface="Consolas" panose="020B0609020204030204" pitchFamily="49" charset="0"/>
              </a:rPr>
              <a:t>body</a:t>
            </a:r>
            <a:r>
              <a:rPr lang="en-US" altLang="en-US" sz="1000" dirty="0">
                <a:solidFill>
                  <a:srgbClr val="008080"/>
                </a:solidFill>
                <a:latin typeface="Consolas" panose="020B0609020204030204" pitchFamily="49" charset="0"/>
              </a:rPr>
              <a:t>&gt;</a:t>
            </a:r>
          </a:p>
          <a:p>
            <a:pPr lvl="1">
              <a:buFont typeface="Arial" panose="020B0604020202020204" pitchFamily="34" charset="0"/>
              <a:buNone/>
            </a:pPr>
            <a:r>
              <a:rPr lang="en-US" altLang="en-US" sz="1000" dirty="0">
                <a:solidFill>
                  <a:srgbClr val="008080"/>
                </a:solidFill>
                <a:latin typeface="Consolas" panose="020B0609020204030204" pitchFamily="49" charset="0"/>
              </a:rPr>
              <a:t>&lt;</a:t>
            </a:r>
            <a:r>
              <a:rPr lang="en-US" altLang="en-US" sz="1000" dirty="0">
                <a:solidFill>
                  <a:srgbClr val="3F7F7F"/>
                </a:solidFill>
                <a:latin typeface="Consolas" panose="020B0609020204030204" pitchFamily="49" charset="0"/>
              </a:rPr>
              <a:t>form</a:t>
            </a:r>
            <a:r>
              <a:rPr lang="en-US" altLang="en-US" sz="1000" dirty="0">
                <a:solidFill>
                  <a:srgbClr val="008080"/>
                </a:solidFill>
                <a:latin typeface="Consolas" panose="020B0609020204030204" pitchFamily="49" charset="0"/>
              </a:rPr>
              <a:t>&gt;</a:t>
            </a:r>
          </a:p>
          <a:p>
            <a:pPr lvl="2">
              <a:buFont typeface="Arial" panose="020B0604020202020204" pitchFamily="34" charset="0"/>
              <a:buNone/>
            </a:pPr>
            <a:r>
              <a:rPr lang="en-US" altLang="en-US" sz="1000" dirty="0">
                <a:solidFill>
                  <a:srgbClr val="008080"/>
                </a:solidFill>
                <a:latin typeface="Consolas" panose="020B0609020204030204" pitchFamily="49" charset="0"/>
              </a:rPr>
              <a:t>&lt;</a:t>
            </a:r>
            <a:r>
              <a:rPr lang="en-US" altLang="en-US" sz="1000" dirty="0">
                <a:solidFill>
                  <a:srgbClr val="3F7F7F"/>
                </a:solidFill>
                <a:latin typeface="Consolas" panose="020B0609020204030204" pitchFamily="49" charset="0"/>
              </a:rPr>
              <a:t>table</a:t>
            </a:r>
            <a:r>
              <a:rPr lang="en-US" altLang="en-US" sz="1000" dirty="0">
                <a:solidFill>
                  <a:srgbClr val="008080"/>
                </a:solidFill>
                <a:latin typeface="Consolas" panose="020B0609020204030204" pitchFamily="49" charset="0"/>
              </a:rPr>
              <a:t>&gt;</a:t>
            </a:r>
          </a:p>
          <a:p>
            <a:pPr lvl="3">
              <a:buFont typeface="Arial" panose="020B0604020202020204" pitchFamily="34" charset="0"/>
              <a:buNone/>
            </a:pPr>
            <a:r>
              <a:rPr lang="en-US" altLang="en-US" sz="1000" dirty="0">
                <a:solidFill>
                  <a:srgbClr val="008080"/>
                </a:solidFill>
                <a:latin typeface="Consolas" panose="020B0609020204030204" pitchFamily="49" charset="0"/>
              </a:rPr>
              <a:t>&lt;</a:t>
            </a:r>
            <a:r>
              <a:rPr lang="en-US" altLang="en-US" sz="1000" dirty="0" err="1">
                <a:solidFill>
                  <a:srgbClr val="3F7F7F"/>
                </a:solidFill>
                <a:latin typeface="Consolas" panose="020B0609020204030204" pitchFamily="49" charset="0"/>
              </a:rPr>
              <a:t>tr</a:t>
            </a:r>
            <a:r>
              <a:rPr lang="en-US" altLang="en-US" sz="1000" dirty="0">
                <a:solidFill>
                  <a:srgbClr val="008080"/>
                </a:solidFill>
                <a:latin typeface="Consolas" panose="020B0609020204030204" pitchFamily="49" charset="0"/>
              </a:rPr>
              <a:t>&gt;</a:t>
            </a:r>
          </a:p>
          <a:p>
            <a:pPr lvl="3">
              <a:buFont typeface="Arial" panose="020B0604020202020204" pitchFamily="34" charset="0"/>
              <a:buNone/>
            </a:pPr>
            <a:r>
              <a:rPr lang="en-US" altLang="en-US" sz="1000" dirty="0">
                <a:solidFill>
                  <a:srgbClr val="008080"/>
                </a:solidFill>
                <a:latin typeface="Consolas" panose="020B0609020204030204" pitchFamily="49" charset="0"/>
              </a:rPr>
              <a:t>	&lt;</a:t>
            </a:r>
            <a:r>
              <a:rPr lang="en-US" altLang="en-US" sz="1000" dirty="0">
                <a:solidFill>
                  <a:srgbClr val="3F7F7F"/>
                </a:solidFill>
                <a:latin typeface="Consolas" panose="020B0609020204030204" pitchFamily="49" charset="0"/>
              </a:rPr>
              <a:t>td</a:t>
            </a:r>
            <a:r>
              <a:rPr lang="en-US" altLang="en-US" sz="1000" dirty="0">
                <a:solidFill>
                  <a:srgbClr val="008080"/>
                </a:solidFill>
                <a:latin typeface="Consolas" panose="020B0609020204030204" pitchFamily="49" charset="0"/>
              </a:rPr>
              <a:t>&gt;</a:t>
            </a:r>
            <a:r>
              <a:rPr lang="en-US" altLang="en-US" sz="1000" dirty="0">
                <a:solidFill>
                  <a:srgbClr val="000000"/>
                </a:solidFill>
                <a:latin typeface="Consolas" panose="020B0609020204030204" pitchFamily="49" charset="0"/>
              </a:rPr>
              <a:t>Enter a number :</a:t>
            </a:r>
            <a:r>
              <a:rPr lang="en-US" altLang="en-US" sz="1000" dirty="0">
                <a:solidFill>
                  <a:srgbClr val="008080"/>
                </a:solidFill>
                <a:latin typeface="Consolas" panose="020B0609020204030204" pitchFamily="49" charset="0"/>
              </a:rPr>
              <a:t>&lt;/</a:t>
            </a:r>
            <a:r>
              <a:rPr lang="en-US" altLang="en-US" sz="1000" dirty="0">
                <a:solidFill>
                  <a:srgbClr val="3F7F7F"/>
                </a:solidFill>
                <a:latin typeface="Consolas" panose="020B0609020204030204" pitchFamily="49" charset="0"/>
              </a:rPr>
              <a:t>td</a:t>
            </a:r>
            <a:r>
              <a:rPr lang="en-US" altLang="en-US" sz="1000" dirty="0">
                <a:solidFill>
                  <a:srgbClr val="008080"/>
                </a:solidFill>
                <a:latin typeface="Consolas" panose="020B0609020204030204" pitchFamily="49" charset="0"/>
              </a:rPr>
              <a:t>&gt;</a:t>
            </a:r>
          </a:p>
          <a:p>
            <a:pPr lvl="3">
              <a:buFont typeface="Arial" panose="020B0604020202020204" pitchFamily="34" charset="0"/>
              <a:buNone/>
            </a:pPr>
            <a:r>
              <a:rPr lang="en-US" altLang="en-US" sz="1000" dirty="0">
                <a:solidFill>
                  <a:srgbClr val="008080"/>
                </a:solidFill>
                <a:latin typeface="Consolas" panose="020B0609020204030204" pitchFamily="49" charset="0"/>
              </a:rPr>
              <a:t>	&lt;</a:t>
            </a:r>
            <a:r>
              <a:rPr lang="en-US" altLang="en-US" sz="1000" dirty="0">
                <a:solidFill>
                  <a:srgbClr val="3F7F7F"/>
                </a:solidFill>
                <a:latin typeface="Consolas" panose="020B0609020204030204" pitchFamily="49" charset="0"/>
              </a:rPr>
              <a:t>td</a:t>
            </a:r>
            <a:r>
              <a:rPr lang="en-US" altLang="en-US" sz="1000" dirty="0">
                <a:solidFill>
                  <a:srgbClr val="008080"/>
                </a:solidFill>
                <a:latin typeface="Consolas" panose="020B0609020204030204" pitchFamily="49" charset="0"/>
              </a:rPr>
              <a:t>&gt;&lt;</a:t>
            </a:r>
            <a:r>
              <a:rPr lang="en-US" altLang="en-US" sz="1000" dirty="0">
                <a:solidFill>
                  <a:srgbClr val="3F7F7F"/>
                </a:solidFill>
                <a:latin typeface="Consolas" panose="020B0609020204030204" pitchFamily="49" charset="0"/>
              </a:rPr>
              <a:t>input </a:t>
            </a:r>
            <a:r>
              <a:rPr lang="en-US" altLang="en-US" sz="1000" dirty="0">
                <a:solidFill>
                  <a:srgbClr val="7F007F"/>
                </a:solidFill>
                <a:latin typeface="Consolas" panose="020B0609020204030204" pitchFamily="49" charset="0"/>
              </a:rPr>
              <a:t>type</a:t>
            </a:r>
            <a:r>
              <a:rPr lang="en-US" altLang="en-US" sz="1000" dirty="0">
                <a:solidFill>
                  <a:srgbClr val="000000"/>
                </a:solidFill>
                <a:latin typeface="Consolas" panose="020B0609020204030204" pitchFamily="49" charset="0"/>
              </a:rPr>
              <a:t>=</a:t>
            </a:r>
            <a:r>
              <a:rPr lang="en-US" altLang="en-US" sz="1000" i="1" dirty="0">
                <a:solidFill>
                  <a:srgbClr val="2A00FF"/>
                </a:solidFill>
                <a:latin typeface="Consolas" panose="020B0609020204030204" pitchFamily="49" charset="0"/>
              </a:rPr>
              <a:t>"text" </a:t>
            </a:r>
            <a:r>
              <a:rPr lang="en-US" altLang="en-US" sz="1000" i="1" dirty="0">
                <a:solidFill>
                  <a:srgbClr val="7F007F"/>
                </a:solidFill>
                <a:latin typeface="Consolas" panose="020B0609020204030204" pitchFamily="49" charset="0"/>
              </a:rPr>
              <a:t>name</a:t>
            </a:r>
            <a:r>
              <a:rPr lang="en-US" altLang="en-US" sz="1000" i="1" dirty="0">
                <a:solidFill>
                  <a:srgbClr val="000000"/>
                </a:solidFill>
                <a:latin typeface="Consolas" panose="020B0609020204030204" pitchFamily="49" charset="0"/>
              </a:rPr>
              <a:t>=</a:t>
            </a:r>
            <a:r>
              <a:rPr lang="en-US" altLang="en-US" sz="1000" i="1" dirty="0">
                <a:solidFill>
                  <a:srgbClr val="2A00FF"/>
                </a:solidFill>
                <a:latin typeface="Consolas" panose="020B0609020204030204" pitchFamily="49" charset="0"/>
              </a:rPr>
              <a:t>"number" </a:t>
            </a:r>
            <a:r>
              <a:rPr lang="en-US" altLang="en-US" sz="1000" i="1" dirty="0">
                <a:solidFill>
                  <a:srgbClr val="008080"/>
                </a:solidFill>
                <a:latin typeface="Consolas" panose="020B0609020204030204" pitchFamily="49" charset="0"/>
              </a:rPr>
              <a:t>/&gt;&lt;/</a:t>
            </a:r>
            <a:r>
              <a:rPr lang="en-US" altLang="en-US" sz="1000" i="1" dirty="0">
                <a:solidFill>
                  <a:srgbClr val="3F7F7F"/>
                </a:solidFill>
                <a:latin typeface="Consolas" panose="020B0609020204030204" pitchFamily="49" charset="0"/>
              </a:rPr>
              <a:t>td</a:t>
            </a:r>
            <a:r>
              <a:rPr lang="en-US" altLang="en-US" sz="1000" i="1" dirty="0">
                <a:solidFill>
                  <a:srgbClr val="008080"/>
                </a:solidFill>
                <a:latin typeface="Consolas" panose="020B0609020204030204" pitchFamily="49" charset="0"/>
              </a:rPr>
              <a:t>&gt;</a:t>
            </a:r>
          </a:p>
          <a:p>
            <a:pPr lvl="3">
              <a:buFont typeface="Arial" panose="020B0604020202020204" pitchFamily="34" charset="0"/>
              <a:buNone/>
            </a:pPr>
            <a:r>
              <a:rPr lang="en-US" altLang="en-US" sz="1000" dirty="0">
                <a:solidFill>
                  <a:srgbClr val="008080"/>
                </a:solidFill>
                <a:latin typeface="Consolas" panose="020B0609020204030204" pitchFamily="49" charset="0"/>
              </a:rPr>
              <a:t>	&lt;</a:t>
            </a:r>
            <a:r>
              <a:rPr lang="en-US" altLang="en-US" sz="1000" dirty="0">
                <a:solidFill>
                  <a:srgbClr val="3F7F7F"/>
                </a:solidFill>
                <a:latin typeface="Consolas" panose="020B0609020204030204" pitchFamily="49" charset="0"/>
              </a:rPr>
              <a:t>td</a:t>
            </a:r>
            <a:r>
              <a:rPr lang="en-US" altLang="en-US" sz="1000" dirty="0">
                <a:solidFill>
                  <a:srgbClr val="008080"/>
                </a:solidFill>
                <a:latin typeface="Consolas" panose="020B0609020204030204" pitchFamily="49" charset="0"/>
              </a:rPr>
              <a:t>&gt;&lt;</a:t>
            </a:r>
            <a:r>
              <a:rPr lang="en-US" altLang="en-US" sz="1000" dirty="0">
                <a:solidFill>
                  <a:srgbClr val="3F7F7F"/>
                </a:solidFill>
                <a:latin typeface="Consolas" panose="020B0609020204030204" pitchFamily="49" charset="0"/>
              </a:rPr>
              <a:t>input </a:t>
            </a:r>
            <a:r>
              <a:rPr lang="en-US" altLang="en-US" sz="1000" dirty="0">
                <a:solidFill>
                  <a:srgbClr val="7F007F"/>
                </a:solidFill>
                <a:latin typeface="Consolas" panose="020B0609020204030204" pitchFamily="49" charset="0"/>
              </a:rPr>
              <a:t>type</a:t>
            </a:r>
            <a:r>
              <a:rPr lang="en-US" altLang="en-US" sz="1000" dirty="0">
                <a:solidFill>
                  <a:srgbClr val="000000"/>
                </a:solidFill>
                <a:latin typeface="Consolas" panose="020B0609020204030204" pitchFamily="49" charset="0"/>
              </a:rPr>
              <a:t>=</a:t>
            </a:r>
            <a:r>
              <a:rPr lang="en-US" altLang="en-US" sz="1000" i="1" dirty="0">
                <a:solidFill>
                  <a:srgbClr val="2A00FF"/>
                </a:solidFill>
                <a:latin typeface="Consolas" panose="020B0609020204030204" pitchFamily="49" charset="0"/>
              </a:rPr>
              <a:t>"submit" </a:t>
            </a:r>
            <a:r>
              <a:rPr lang="en-US" altLang="en-US" sz="1000" i="1" dirty="0">
                <a:solidFill>
                  <a:srgbClr val="7F007F"/>
                </a:solidFill>
                <a:latin typeface="Consolas" panose="020B0609020204030204" pitchFamily="49" charset="0"/>
              </a:rPr>
              <a:t>value</a:t>
            </a:r>
            <a:r>
              <a:rPr lang="en-US" altLang="en-US" sz="1000" i="1" dirty="0">
                <a:solidFill>
                  <a:srgbClr val="000000"/>
                </a:solidFill>
                <a:latin typeface="Consolas" panose="020B0609020204030204" pitchFamily="49" charset="0"/>
              </a:rPr>
              <a:t>=</a:t>
            </a:r>
            <a:r>
              <a:rPr lang="en-US" altLang="en-US" sz="1000" i="1" dirty="0">
                <a:solidFill>
                  <a:srgbClr val="2A00FF"/>
                </a:solidFill>
                <a:latin typeface="Consolas" panose="020B0609020204030204" pitchFamily="49" charset="0"/>
              </a:rPr>
              <a:t>"Submit" </a:t>
            </a:r>
            <a:r>
              <a:rPr lang="en-US" altLang="en-US" sz="1000" i="1" dirty="0">
                <a:solidFill>
                  <a:srgbClr val="008080"/>
                </a:solidFill>
                <a:latin typeface="Consolas" panose="020B0609020204030204" pitchFamily="49" charset="0"/>
              </a:rPr>
              <a:t>/&gt;&lt;/</a:t>
            </a:r>
            <a:r>
              <a:rPr lang="en-US" altLang="en-US" sz="1000" i="1" dirty="0">
                <a:solidFill>
                  <a:srgbClr val="3F7F7F"/>
                </a:solidFill>
                <a:latin typeface="Consolas" panose="020B0609020204030204" pitchFamily="49" charset="0"/>
              </a:rPr>
              <a:t>td</a:t>
            </a:r>
            <a:r>
              <a:rPr lang="en-US" altLang="en-US" sz="1000" i="1" dirty="0">
                <a:solidFill>
                  <a:srgbClr val="008080"/>
                </a:solidFill>
                <a:latin typeface="Consolas" panose="020B0609020204030204" pitchFamily="49" charset="0"/>
              </a:rPr>
              <a:t>&gt;</a:t>
            </a:r>
          </a:p>
          <a:p>
            <a:pPr lvl="3">
              <a:buFont typeface="Arial" panose="020B0604020202020204" pitchFamily="34" charset="0"/>
              <a:buNone/>
            </a:pPr>
            <a:r>
              <a:rPr lang="en-US" altLang="en-US" sz="1000" dirty="0">
                <a:solidFill>
                  <a:srgbClr val="008080"/>
                </a:solidFill>
                <a:latin typeface="Consolas" panose="020B0609020204030204" pitchFamily="49" charset="0"/>
              </a:rPr>
              <a:t>&lt;/</a:t>
            </a:r>
            <a:r>
              <a:rPr lang="en-US" altLang="en-US" sz="1000" dirty="0" err="1">
                <a:solidFill>
                  <a:srgbClr val="3F7F7F"/>
                </a:solidFill>
                <a:latin typeface="Consolas" panose="020B0609020204030204" pitchFamily="49" charset="0"/>
              </a:rPr>
              <a:t>tr</a:t>
            </a:r>
            <a:r>
              <a:rPr lang="en-US" altLang="en-US" sz="1000" dirty="0">
                <a:solidFill>
                  <a:srgbClr val="008080"/>
                </a:solidFill>
                <a:latin typeface="Consolas" panose="020B0609020204030204" pitchFamily="49" charset="0"/>
              </a:rPr>
              <a:t>&gt;</a:t>
            </a:r>
          </a:p>
          <a:p>
            <a:pPr lvl="2">
              <a:buFont typeface="Arial" panose="020B0604020202020204" pitchFamily="34" charset="0"/>
              <a:buNone/>
            </a:pPr>
            <a:r>
              <a:rPr lang="en-US" altLang="en-US" sz="1000" dirty="0">
                <a:solidFill>
                  <a:srgbClr val="008080"/>
                </a:solidFill>
                <a:latin typeface="Consolas" panose="020B0609020204030204" pitchFamily="49" charset="0"/>
              </a:rPr>
              <a:t>&lt;/</a:t>
            </a:r>
            <a:r>
              <a:rPr lang="en-US" altLang="en-US" sz="1000" dirty="0">
                <a:solidFill>
                  <a:srgbClr val="3F7F7F"/>
                </a:solidFill>
                <a:latin typeface="Consolas" panose="020B0609020204030204" pitchFamily="49" charset="0"/>
              </a:rPr>
              <a:t>table</a:t>
            </a:r>
            <a:r>
              <a:rPr lang="en-US" altLang="en-US" sz="1000" dirty="0">
                <a:solidFill>
                  <a:srgbClr val="008080"/>
                </a:solidFill>
                <a:latin typeface="Consolas" panose="020B0609020204030204" pitchFamily="49" charset="0"/>
              </a:rPr>
              <a:t>&gt;</a:t>
            </a:r>
          </a:p>
          <a:p>
            <a:pPr lvl="1">
              <a:buFont typeface="Arial" panose="020B0604020202020204" pitchFamily="34" charset="0"/>
              <a:buNone/>
            </a:pPr>
            <a:r>
              <a:rPr lang="en-US" altLang="en-US" sz="1000" dirty="0">
                <a:solidFill>
                  <a:srgbClr val="008080"/>
                </a:solidFill>
                <a:latin typeface="Consolas" panose="020B0609020204030204" pitchFamily="49" charset="0"/>
              </a:rPr>
              <a:t>&lt;/</a:t>
            </a:r>
            <a:r>
              <a:rPr lang="en-US" altLang="en-US" sz="1000" dirty="0">
                <a:solidFill>
                  <a:srgbClr val="3F7F7F"/>
                </a:solidFill>
                <a:latin typeface="Consolas" panose="020B0609020204030204" pitchFamily="49" charset="0"/>
              </a:rPr>
              <a:t>form</a:t>
            </a:r>
            <a:r>
              <a:rPr lang="en-US" altLang="en-US" sz="1000" dirty="0">
                <a:solidFill>
                  <a:srgbClr val="008080"/>
                </a:solidFill>
                <a:latin typeface="Consolas" panose="020B0609020204030204" pitchFamily="49" charset="0"/>
              </a:rPr>
              <a:t>&gt;</a:t>
            </a:r>
          </a:p>
          <a:p>
            <a:pPr lvl="1">
              <a:buFont typeface="Arial" panose="020B0604020202020204" pitchFamily="34" charset="0"/>
              <a:buNone/>
            </a:pPr>
            <a:r>
              <a:rPr lang="en-US" altLang="en-US" sz="1000" dirty="0">
                <a:solidFill>
                  <a:srgbClr val="BF5F3F"/>
                </a:solidFill>
                <a:latin typeface="Consolas" panose="020B0609020204030204" pitchFamily="49" charset="0"/>
              </a:rPr>
              <a:t>&lt;%</a:t>
            </a:r>
          </a:p>
          <a:p>
            <a:pPr lvl="1">
              <a:buFont typeface="Arial" panose="020B0604020202020204" pitchFamily="34" charset="0"/>
              <a:buNone/>
            </a:pPr>
            <a:r>
              <a:rPr lang="en-US" altLang="en-US" sz="1000" dirty="0">
                <a:solidFill>
                  <a:srgbClr val="000000"/>
                </a:solidFill>
                <a:latin typeface="Consolas" panose="020B0609020204030204" pitchFamily="49" charset="0"/>
              </a:rPr>
              <a:t>    String </a:t>
            </a:r>
            <a:r>
              <a:rPr lang="en-US" altLang="en-US" sz="1000" dirty="0" err="1">
                <a:solidFill>
                  <a:srgbClr val="000000"/>
                </a:solidFill>
                <a:latin typeface="Consolas" panose="020B0609020204030204" pitchFamily="49" charset="0"/>
              </a:rPr>
              <a:t>num</a:t>
            </a:r>
            <a:r>
              <a:rPr lang="en-US" altLang="en-US" sz="1000" dirty="0">
                <a:solidFill>
                  <a:srgbClr val="000000"/>
                </a:solidFill>
                <a:latin typeface="Consolas" panose="020B0609020204030204" pitchFamily="49" charset="0"/>
              </a:rPr>
              <a:t> = </a:t>
            </a:r>
            <a:r>
              <a:rPr lang="en-US" altLang="en-US" sz="1000" dirty="0" err="1">
                <a:solidFill>
                  <a:srgbClr val="000000"/>
                </a:solidFill>
                <a:latin typeface="Consolas" panose="020B0609020204030204" pitchFamily="49" charset="0"/>
              </a:rPr>
              <a:t>request.getParameter</a:t>
            </a:r>
            <a:r>
              <a:rPr lang="en-US" altLang="en-US" sz="1000" dirty="0">
                <a:solidFill>
                  <a:srgbClr val="000000"/>
                </a:solidFill>
                <a:latin typeface="Consolas" panose="020B0609020204030204" pitchFamily="49" charset="0"/>
              </a:rPr>
              <a:t>(</a:t>
            </a:r>
            <a:r>
              <a:rPr lang="en-US" altLang="en-US" sz="1000" dirty="0">
                <a:solidFill>
                  <a:srgbClr val="2A00FF"/>
                </a:solidFill>
                <a:latin typeface="Consolas" panose="020B0609020204030204" pitchFamily="49" charset="0"/>
              </a:rPr>
              <a:t>"number"</a:t>
            </a:r>
            <a:r>
              <a:rPr lang="en-US" altLang="en-US" sz="1000" dirty="0">
                <a:solidFill>
                  <a:srgbClr val="000000"/>
                </a:solidFill>
                <a:latin typeface="Consolas" panose="020B0609020204030204" pitchFamily="49" charset="0"/>
              </a:rPr>
              <a:t>);</a:t>
            </a:r>
          </a:p>
          <a:p>
            <a:pPr lvl="1">
              <a:buFont typeface="Arial" panose="020B0604020202020204" pitchFamily="34" charset="0"/>
              <a:buNone/>
            </a:pPr>
            <a:r>
              <a:rPr lang="en-US" altLang="en-US" sz="1000" dirty="0">
                <a:solidFill>
                  <a:srgbClr val="000000"/>
                </a:solidFill>
                <a:latin typeface="Consolas" panose="020B0609020204030204" pitchFamily="49" charset="0"/>
              </a:rPr>
              <a:t>    </a:t>
            </a:r>
            <a:r>
              <a:rPr lang="en-US" altLang="en-US" sz="1000" b="1" dirty="0">
                <a:solidFill>
                  <a:srgbClr val="7F0055"/>
                </a:solidFill>
                <a:latin typeface="Consolas" panose="020B0609020204030204" pitchFamily="49" charset="0"/>
              </a:rPr>
              <a:t>if</a:t>
            </a:r>
            <a:r>
              <a:rPr lang="en-US" altLang="en-US" sz="1000" b="1" dirty="0">
                <a:solidFill>
                  <a:srgbClr val="000000"/>
                </a:solidFill>
                <a:latin typeface="Consolas" panose="020B0609020204030204" pitchFamily="49" charset="0"/>
              </a:rPr>
              <a:t> (</a:t>
            </a:r>
            <a:r>
              <a:rPr lang="en-US" altLang="en-US" sz="1000" b="1" dirty="0" err="1">
                <a:solidFill>
                  <a:srgbClr val="000000"/>
                </a:solidFill>
                <a:latin typeface="Consolas" panose="020B0609020204030204" pitchFamily="49" charset="0"/>
              </a:rPr>
              <a:t>num</a:t>
            </a:r>
            <a:r>
              <a:rPr lang="en-US" altLang="en-US" sz="1000" b="1" dirty="0">
                <a:solidFill>
                  <a:srgbClr val="000000"/>
                </a:solidFill>
                <a:latin typeface="Consolas" panose="020B0609020204030204" pitchFamily="49" charset="0"/>
              </a:rPr>
              <a:t> != </a:t>
            </a:r>
            <a:r>
              <a:rPr lang="en-US" altLang="en-US" sz="1000" b="1" dirty="0">
                <a:solidFill>
                  <a:srgbClr val="7F0055"/>
                </a:solidFill>
                <a:latin typeface="Consolas" panose="020B0609020204030204" pitchFamily="49" charset="0"/>
              </a:rPr>
              <a:t>null</a:t>
            </a:r>
            <a:r>
              <a:rPr lang="en-US" altLang="en-US" sz="1000" b="1" dirty="0">
                <a:solidFill>
                  <a:srgbClr val="000000"/>
                </a:solidFill>
                <a:latin typeface="Consolas" panose="020B0609020204030204" pitchFamily="49" charset="0"/>
              </a:rPr>
              <a:t>) {</a:t>
            </a:r>
          </a:p>
          <a:p>
            <a:pPr lvl="1">
              <a:buFont typeface="Arial" panose="020B0604020202020204" pitchFamily="34" charset="0"/>
              <a:buNone/>
            </a:pPr>
            <a:r>
              <a:rPr lang="en-US" altLang="en-US" sz="1000" dirty="0">
                <a:solidFill>
                  <a:srgbClr val="000000"/>
                </a:solidFill>
                <a:latin typeface="Consolas" panose="020B0609020204030204" pitchFamily="49" charset="0"/>
              </a:rPr>
              <a:t>        String number = </a:t>
            </a:r>
            <a:r>
              <a:rPr lang="en-US" altLang="en-US" sz="1000" dirty="0" err="1">
                <a:solidFill>
                  <a:srgbClr val="000000"/>
                </a:solidFill>
                <a:latin typeface="Consolas" panose="020B0609020204030204" pitchFamily="49" charset="0"/>
              </a:rPr>
              <a:t>num.trim</a:t>
            </a:r>
            <a:r>
              <a:rPr lang="en-US" altLang="en-US" sz="1000" dirty="0">
                <a:solidFill>
                  <a:srgbClr val="000000"/>
                </a:solidFill>
                <a:latin typeface="Consolas" panose="020B0609020204030204" pitchFamily="49" charset="0"/>
              </a:rPr>
              <a:t>();</a:t>
            </a:r>
          </a:p>
          <a:p>
            <a:pPr lvl="1">
              <a:buFont typeface="Arial" panose="020B0604020202020204" pitchFamily="34" charset="0"/>
              <a:buNone/>
            </a:pPr>
            <a:r>
              <a:rPr lang="en-US" altLang="en-US" sz="1000" dirty="0">
                <a:solidFill>
                  <a:srgbClr val="000000"/>
                </a:solidFill>
                <a:latin typeface="Consolas" panose="020B0609020204030204" pitchFamily="49" charset="0"/>
              </a:rPr>
              <a:t>        </a:t>
            </a:r>
            <a:r>
              <a:rPr lang="en-US" altLang="en-US" sz="1000" b="1" dirty="0" err="1">
                <a:solidFill>
                  <a:srgbClr val="7F0055"/>
                </a:solidFill>
                <a:latin typeface="Consolas" panose="020B0609020204030204" pitchFamily="49" charset="0"/>
              </a:rPr>
              <a:t>int</a:t>
            </a:r>
            <a:r>
              <a:rPr lang="en-US" altLang="en-US" sz="1000" b="1" dirty="0">
                <a:solidFill>
                  <a:srgbClr val="000000"/>
                </a:solidFill>
                <a:latin typeface="Consolas" panose="020B0609020204030204" pitchFamily="49" charset="0"/>
              </a:rPr>
              <a:t> no = </a:t>
            </a:r>
            <a:r>
              <a:rPr lang="en-US" altLang="en-US" sz="1000" b="1" dirty="0" err="1">
                <a:solidFill>
                  <a:srgbClr val="000000"/>
                </a:solidFill>
                <a:latin typeface="Consolas" panose="020B0609020204030204" pitchFamily="49" charset="0"/>
              </a:rPr>
              <a:t>Integer.parseInt</a:t>
            </a:r>
            <a:r>
              <a:rPr lang="en-US" altLang="en-US" sz="1000" b="1" dirty="0">
                <a:solidFill>
                  <a:srgbClr val="000000"/>
                </a:solidFill>
                <a:latin typeface="Consolas" panose="020B0609020204030204" pitchFamily="49" charset="0"/>
              </a:rPr>
              <a:t>(number);</a:t>
            </a:r>
          </a:p>
          <a:p>
            <a:pPr lvl="1">
              <a:buFont typeface="Arial" panose="020B0604020202020204" pitchFamily="34" charset="0"/>
              <a:buNone/>
            </a:pPr>
            <a:r>
              <a:rPr lang="en-US" altLang="en-US" sz="1000" dirty="0">
                <a:solidFill>
                  <a:srgbClr val="000000"/>
                </a:solidFill>
                <a:latin typeface="Consolas" panose="020B0609020204030204" pitchFamily="49" charset="0"/>
              </a:rPr>
              <a:t>        </a:t>
            </a:r>
            <a:r>
              <a:rPr lang="en-US" altLang="en-US" sz="1000" b="1" dirty="0" err="1">
                <a:solidFill>
                  <a:srgbClr val="7F0055"/>
                </a:solidFill>
                <a:latin typeface="Consolas" panose="020B0609020204030204" pitchFamily="49" charset="0"/>
              </a:rPr>
              <a:t>int</a:t>
            </a:r>
            <a:r>
              <a:rPr lang="en-US" altLang="en-US" sz="1000" b="1" dirty="0">
                <a:solidFill>
                  <a:srgbClr val="000000"/>
                </a:solidFill>
                <a:latin typeface="Consolas" panose="020B0609020204030204" pitchFamily="49" charset="0"/>
              </a:rPr>
              <a:t> value = 100 / no;</a:t>
            </a:r>
          </a:p>
          <a:p>
            <a:pPr lvl="1">
              <a:buFont typeface="Arial" panose="020B0604020202020204" pitchFamily="34" charset="0"/>
              <a:buNone/>
            </a:pPr>
            <a:r>
              <a:rPr lang="en-US" altLang="en-US" sz="1000" dirty="0">
                <a:solidFill>
                  <a:srgbClr val="000000"/>
                </a:solidFill>
                <a:latin typeface="Consolas" panose="020B0609020204030204" pitchFamily="49" charset="0"/>
              </a:rPr>
              <a:t>    }</a:t>
            </a:r>
          </a:p>
          <a:p>
            <a:pPr lvl="1">
              <a:buFont typeface="Arial" panose="020B0604020202020204" pitchFamily="34" charset="0"/>
              <a:buNone/>
            </a:pPr>
            <a:r>
              <a:rPr lang="en-US" altLang="en-US" sz="1000" dirty="0">
                <a:solidFill>
                  <a:srgbClr val="BF5F3F"/>
                </a:solidFill>
                <a:latin typeface="Consolas" panose="020B0609020204030204" pitchFamily="49" charset="0"/>
              </a:rPr>
              <a:t>%&gt;</a:t>
            </a:r>
          </a:p>
          <a:p>
            <a:pPr>
              <a:buFont typeface="Arial" panose="020B0604020202020204" pitchFamily="34" charset="0"/>
              <a:buNone/>
            </a:pPr>
            <a:r>
              <a:rPr lang="en-US" altLang="en-US" sz="1000" dirty="0">
                <a:solidFill>
                  <a:srgbClr val="008080"/>
                </a:solidFill>
                <a:latin typeface="Consolas" panose="020B0609020204030204" pitchFamily="49" charset="0"/>
              </a:rPr>
              <a:t>&lt;/</a:t>
            </a:r>
            <a:r>
              <a:rPr lang="en-US" altLang="en-US" sz="1000" dirty="0">
                <a:solidFill>
                  <a:srgbClr val="3F7F7F"/>
                </a:solidFill>
                <a:latin typeface="Consolas" panose="020B0609020204030204" pitchFamily="49" charset="0"/>
              </a:rPr>
              <a:t>body</a:t>
            </a:r>
            <a:r>
              <a:rPr lang="en-US" altLang="en-US" sz="1000" dirty="0">
                <a:solidFill>
                  <a:srgbClr val="008080"/>
                </a:solidFill>
                <a:latin typeface="Consolas" panose="020B0609020204030204" pitchFamily="49" charset="0"/>
              </a:rPr>
              <a:t>&gt;</a:t>
            </a:r>
          </a:p>
          <a:p>
            <a:pPr>
              <a:buFont typeface="Arial" panose="020B0604020202020204" pitchFamily="34" charset="0"/>
              <a:buNone/>
            </a:pPr>
            <a:r>
              <a:rPr lang="en-US" altLang="en-US" sz="1000" dirty="0">
                <a:solidFill>
                  <a:srgbClr val="008080"/>
                </a:solidFill>
                <a:latin typeface="Consolas" panose="020B0609020204030204" pitchFamily="49" charset="0"/>
              </a:rPr>
              <a:t>&lt;/</a:t>
            </a:r>
            <a:r>
              <a:rPr lang="en-US" altLang="en-US" sz="1000" dirty="0">
                <a:solidFill>
                  <a:srgbClr val="3F7F7F"/>
                </a:solidFill>
                <a:latin typeface="Consolas" panose="020B0609020204030204" pitchFamily="49" charset="0"/>
              </a:rPr>
              <a:t>html</a:t>
            </a:r>
            <a:r>
              <a:rPr lang="en-US" altLang="en-US" sz="1000" dirty="0">
                <a:solidFill>
                  <a:srgbClr val="008080"/>
                </a:solidFill>
                <a:latin typeface="Consolas" panose="020B0609020204030204" pitchFamily="49" charset="0"/>
              </a:rPr>
              <a:t>&gt;</a:t>
            </a:r>
            <a:endParaRPr lang="en-GB" altLang="en-US" sz="1000" dirty="0"/>
          </a:p>
        </p:txBody>
      </p:sp>
      <p:sp>
        <p:nvSpPr>
          <p:cNvPr id="21" name="Text Box 9"/>
          <p:cNvSpPr txBox="1">
            <a:spLocks noChangeArrowheads="1"/>
          </p:cNvSpPr>
          <p:nvPr/>
        </p:nvSpPr>
        <p:spPr bwMode="auto">
          <a:xfrm>
            <a:off x="1371600" y="2336658"/>
            <a:ext cx="411391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ct val="0"/>
              </a:spcBef>
              <a:buFontTx/>
              <a:buNone/>
            </a:pPr>
            <a:r>
              <a:rPr lang="en-US" altLang="en-US" sz="1600" b="1" dirty="0" err="1"/>
              <a:t>ExceptionHandlingPage.jsp</a:t>
            </a:r>
            <a:r>
              <a:rPr lang="en-US" altLang="en-US" sz="1600" dirty="0"/>
              <a:t>:</a:t>
            </a:r>
          </a:p>
          <a:p>
            <a:pPr>
              <a:spcBef>
                <a:spcPct val="0"/>
              </a:spcBef>
              <a:buFontTx/>
              <a:buNone/>
            </a:pPr>
            <a:r>
              <a:rPr lang="en-US" altLang="en-US" sz="1600" dirty="0"/>
              <a:t> to transfer control to the error page</a:t>
            </a:r>
          </a:p>
        </p:txBody>
      </p:sp>
    </p:spTree>
    <p:extLst>
      <p:ext uri="{BB962C8B-B14F-4D97-AF65-F5344CB8AC3E}">
        <p14:creationId xmlns:p14="http://schemas.microsoft.com/office/powerpoint/2010/main" val="860030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cs typeface="Times New Roman" panose="02020603050405020304" pitchFamily="18" charset="0"/>
                </a:rPr>
                <a:t>Session Tracking</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744155" cy="4147930"/>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vi-VN" sz="2000" dirty="0">
                <a:latin typeface="Times New Roman" panose="02020603050405020304" pitchFamily="18" charset="0"/>
                <a:cs typeface="Times New Roman" panose="02020603050405020304" pitchFamily="18" charset="0"/>
              </a:rPr>
              <a:t>HTTP là một giao thức Stateless, nghĩa là mỗi khi một Client thu nhận một trang Web, thì Client mở một kết nối riêng rẽ tới Web Server và Server tự động không giữ bất kỳ bản ghi nào của các yêu cầu trước đó từ Client.Sau đó, JSP tạo một đối tượng bean để thực hiện yêu cầu và chuyển phản hồi tới JSP</a:t>
            </a:r>
            <a:endParaRPr lang="en-US" sz="20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en-US" sz="2000" dirty="0" err="1">
                <a:latin typeface="Times New Roman" panose="02020603050405020304" pitchFamily="18" charset="0"/>
                <a:cs typeface="Times New Roman" panose="02020603050405020304" pitchFamily="18" charset="0"/>
              </a:rPr>
              <a:t>Các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cách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duy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trì</a:t>
            </a:r>
            <a:r>
              <a:rPr lang="en-US" sz="2000" dirty="0">
                <a:latin typeface="Times New Roman" panose="02020603050405020304" pitchFamily="18" charset="0"/>
                <a:cs typeface="Times New Roman" panose="02020603050405020304" pitchFamily="18" charset="0"/>
              </a:rPr>
              <a:t> session </a:t>
            </a:r>
            <a:r>
              <a:rPr lang="en-US" sz="2000" dirty="0" err="1">
                <a:latin typeface="Times New Roman" panose="02020603050405020304" pitchFamily="18" charset="0"/>
                <a:cs typeface="Times New Roman" panose="02020603050405020304" pitchFamily="18" charset="0"/>
              </a:rPr>
              <a:t>giữa</a:t>
            </a:r>
            <a:r>
              <a:rPr lang="en-US" sz="2000" dirty="0">
                <a:latin typeface="Times New Roman" panose="02020603050405020304" pitchFamily="18" charset="0"/>
                <a:cs typeface="Times New Roman" panose="02020603050405020304" pitchFamily="18" charset="0"/>
              </a:rPr>
              <a:t> Web Client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Web Server:</a:t>
            </a:r>
          </a:p>
          <a:p>
            <a:pPr marL="812165" lvl="1" indent="-342900">
              <a:spcBef>
                <a:spcPts val="595"/>
              </a:spcBef>
              <a:buClr>
                <a:srgbClr val="FF5A33"/>
              </a:buClr>
              <a:buFont typeface="Wingdings" panose="05000000000000000000" pitchFamily="2" charset="2"/>
              <a:buChar char="v"/>
              <a:tabLst>
                <a:tab pos="755015" algn="l"/>
              </a:tabLst>
            </a:pPr>
            <a:r>
              <a:rPr lang="en-US" sz="2000" dirty="0">
                <a:latin typeface="Times New Roman" panose="02020603050405020304" pitchFamily="18" charset="0"/>
                <a:cs typeface="Times New Roman" panose="02020603050405020304" pitchFamily="18" charset="0"/>
              </a:rPr>
              <a:t>Cookies</a:t>
            </a:r>
          </a:p>
          <a:p>
            <a:pPr marL="812165" lvl="1" indent="-342900">
              <a:spcBef>
                <a:spcPts val="595"/>
              </a:spcBef>
              <a:buClr>
                <a:srgbClr val="FF5A33"/>
              </a:buClr>
              <a:buFont typeface="Wingdings" panose="05000000000000000000" pitchFamily="2" charset="2"/>
              <a:buChar char="v"/>
              <a:tabLst>
                <a:tab pos="755015" algn="l"/>
              </a:tabLst>
            </a:pPr>
            <a:r>
              <a:rPr lang="en-US" sz="2000" dirty="0">
                <a:latin typeface="Times New Roman" panose="02020603050405020304" pitchFamily="18" charset="0"/>
                <a:cs typeface="Times New Roman" panose="02020603050405020304" pitchFamily="18" charset="0"/>
              </a:rPr>
              <a:t>Hidden form field</a:t>
            </a:r>
          </a:p>
          <a:p>
            <a:pPr marL="812165" lvl="1" indent="-342900">
              <a:spcBef>
                <a:spcPts val="595"/>
              </a:spcBef>
              <a:buClr>
                <a:srgbClr val="FF5A33"/>
              </a:buClr>
              <a:buFont typeface="Wingdings" panose="05000000000000000000" pitchFamily="2" charset="2"/>
              <a:buChar char="v"/>
              <a:tabLst>
                <a:tab pos="755015" algn="l"/>
              </a:tabLst>
            </a:pPr>
            <a:r>
              <a:rPr lang="en-US" sz="2000" dirty="0">
                <a:latin typeface="Times New Roman" panose="02020603050405020304" pitchFamily="18" charset="0"/>
                <a:cs typeface="Times New Roman" panose="02020603050405020304" pitchFamily="18" charset="0"/>
              </a:rPr>
              <a:t>URL Rewriting</a:t>
            </a:r>
          </a:p>
          <a:p>
            <a:pPr marL="812165" lvl="1" indent="-342900">
              <a:spcBef>
                <a:spcPts val="595"/>
              </a:spcBef>
              <a:buClr>
                <a:srgbClr val="FF5A33"/>
              </a:buClr>
              <a:buFont typeface="Wingdings" panose="05000000000000000000" pitchFamily="2" charset="2"/>
              <a:buChar char="v"/>
              <a:tabLst>
                <a:tab pos="755015" algn="l"/>
              </a:tabLst>
            </a:pPr>
            <a:r>
              <a:rPr lang="en-US" sz="2000" dirty="0" err="1">
                <a:latin typeface="Times New Roman" panose="02020603050405020304" pitchFamily="18" charset="0"/>
                <a:cs typeface="Times New Roman" panose="02020603050405020304" pitchFamily="18" charset="0"/>
              </a:rPr>
              <a:t>HttpSession</a:t>
            </a:r>
            <a:endParaRPr lang="en-US" sz="20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endParaRPr lang="en-US" sz="2400" dirty="0">
              <a:solidFill>
                <a:srgbClr val="FF0000"/>
              </a:solidFill>
              <a:latin typeface="Times New Roman" panose="02020603050405020304" pitchFamily="18" charset="0"/>
              <a:cs typeface="Times New Roman" panose="02020603050405020304" pitchFamily="18" charset="0"/>
            </a:endParaRPr>
          </a:p>
          <a:p>
            <a:pPr marL="469265" lvl="1">
              <a:lnSpc>
                <a:spcPct val="100000"/>
              </a:lnSpc>
              <a:spcBef>
                <a:spcPts val="595"/>
              </a:spcBef>
              <a:buClr>
                <a:srgbClr val="FF5A33"/>
              </a:buClr>
              <a:tabLst>
                <a:tab pos="755015" algn="l"/>
              </a:tabLst>
            </a:pPr>
            <a:endParaRPr lang="vi-VN" sz="2400" spc="-120" dirty="0">
              <a:latin typeface="+mj-lt"/>
              <a:cs typeface="Arial"/>
            </a:endParaRPr>
          </a:p>
        </p:txBody>
      </p:sp>
      <p:pic>
        <p:nvPicPr>
          <p:cNvPr id="13" name="Picture 12"/>
          <p:cNvPicPr>
            <a:picLocks noChangeAspect="1"/>
          </p:cNvPicPr>
          <p:nvPr/>
        </p:nvPicPr>
        <p:blipFill>
          <a:blip r:embed="rId4"/>
          <a:stretch>
            <a:fillRect/>
          </a:stretch>
        </p:blipFill>
        <p:spPr>
          <a:xfrm>
            <a:off x="4572000" y="3651147"/>
            <a:ext cx="5183009" cy="2481470"/>
          </a:xfrm>
          <a:prstGeom prst="rect">
            <a:avLst/>
          </a:prstGeom>
        </p:spPr>
      </p:pic>
    </p:spTree>
    <p:extLst>
      <p:ext uri="{BB962C8B-B14F-4D97-AF65-F5344CB8AC3E}">
        <p14:creationId xmlns:p14="http://schemas.microsoft.com/office/powerpoint/2010/main" val="2787955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cs typeface="Times New Roman" panose="02020603050405020304" pitchFamily="18" charset="0"/>
                </a:rPr>
                <a:t>Session Tracking (Cookies)</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744155" cy="4163319"/>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vi-VN" sz="2000" dirty="0">
                <a:latin typeface="Times New Roman" panose="02020603050405020304" pitchFamily="18" charset="0"/>
                <a:cs typeface="Times New Roman" panose="02020603050405020304" pitchFamily="18" charset="0"/>
              </a:rPr>
              <a:t>Một Webserver có thể gán một Session ID duy nhất như là một cookie tới mỗi Web Client và với các yêu cầu liên tục từ Client, chúng có thể được chấp nhận bởi sử dụng cookie đã nhận được.</a:t>
            </a:r>
            <a:endParaRPr lang="en-US" sz="20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vi-VN" sz="2000" dirty="0">
                <a:latin typeface="Times New Roman" panose="02020603050405020304" pitchFamily="18" charset="0"/>
                <a:cs typeface="Times New Roman" panose="02020603050405020304" pitchFamily="18" charset="0"/>
              </a:rPr>
              <a:t>Ư</a:t>
            </a:r>
            <a:r>
              <a:rPr lang="en-US" sz="2000" dirty="0">
                <a:latin typeface="Times New Roman" panose="02020603050405020304" pitchFamily="18" charset="0"/>
                <a:cs typeface="Times New Roman" panose="02020603050405020304" pitchFamily="18" charset="0"/>
              </a:rPr>
              <a:t>u </a:t>
            </a:r>
            <a:r>
              <a:rPr lang="en-US" sz="2000" dirty="0" err="1">
                <a:latin typeface="Times New Roman" panose="02020603050405020304" pitchFamily="18" charset="0"/>
                <a:cs typeface="Times New Roman" panose="02020603050405020304" pitchFamily="18" charset="0"/>
              </a:rPr>
              <a:t>điểm</a:t>
            </a:r>
            <a:endParaRPr lang="en-US" sz="2000" dirty="0">
              <a:latin typeface="Times New Roman" panose="02020603050405020304" pitchFamily="18" charset="0"/>
              <a:cs typeface="Times New Roman" panose="02020603050405020304" pitchFamily="18" charset="0"/>
            </a:endParaRPr>
          </a:p>
          <a:p>
            <a:pPr marL="812165" lvl="1" indent="-342900">
              <a:spcBef>
                <a:spcPts val="595"/>
              </a:spcBef>
              <a:buClr>
                <a:srgbClr val="FF5A33"/>
              </a:buClr>
              <a:buFont typeface="Wingdings" panose="05000000000000000000" pitchFamily="2" charset="2"/>
              <a:buChar char="v"/>
              <a:tabLst>
                <a:tab pos="755015" algn="l"/>
              </a:tabLst>
            </a:pPr>
            <a:r>
              <a:rPr lang="en-US" sz="2000" dirty="0" err="1">
                <a:latin typeface="Times New Roman" panose="02020603050405020304" pitchFamily="18" charset="0"/>
                <a:cs typeface="Times New Roman" panose="02020603050405020304" pitchFamily="18" charset="0"/>
              </a:rPr>
              <a:t>Ghi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nhớ</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tài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khoản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mật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khẩu</a:t>
            </a:r>
            <a:endParaRPr lang="en-US" sz="2000" dirty="0">
              <a:latin typeface="Times New Roman" panose="02020603050405020304" pitchFamily="18" charset="0"/>
              <a:cs typeface="Times New Roman" panose="02020603050405020304" pitchFamily="18" charset="0"/>
            </a:endParaRPr>
          </a:p>
          <a:p>
            <a:pPr marL="812165" lvl="1" indent="-342900">
              <a:spcBef>
                <a:spcPts val="595"/>
              </a:spcBef>
              <a:buClr>
                <a:srgbClr val="FF5A33"/>
              </a:buClr>
              <a:buFont typeface="Wingdings" panose="05000000000000000000" pitchFamily="2" charset="2"/>
              <a:buChar char="v"/>
              <a:tabLst>
                <a:tab pos="755015" algn="l"/>
              </a:tabLst>
            </a:pPr>
            <a:r>
              <a:rPr lang="en-US" sz="2000" dirty="0" err="1">
                <a:latin typeface="Times New Roman" panose="02020603050405020304" pitchFamily="18" charset="0"/>
                <a:cs typeface="Times New Roman" panose="02020603050405020304" pitchFamily="18" charset="0"/>
              </a:rPr>
              <a:t>Lưu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giữ</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trạng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thái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người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dùng</a:t>
            </a:r>
            <a:r>
              <a:rPr lang="en-US" sz="2000" dirty="0">
                <a:latin typeface="Times New Roman" panose="02020603050405020304" pitchFamily="18" charset="0"/>
                <a:cs typeface="Times New Roman" panose="02020603050405020304" pitchFamily="18" charset="0"/>
              </a:rPr>
              <a:t> web </a:t>
            </a:r>
            <a:r>
              <a:rPr lang="en-US" sz="2000" dirty="0" err="1">
                <a:latin typeface="Times New Roman" panose="02020603050405020304" pitchFamily="18" charset="0"/>
                <a:cs typeface="Times New Roman" panose="02020603050405020304" pitchFamily="18" charset="0"/>
              </a:rPr>
              <a:t>hiệu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quả</a:t>
            </a:r>
            <a:endParaRPr lang="en-US" sz="2000" dirty="0">
              <a:latin typeface="Times New Roman" panose="02020603050405020304" pitchFamily="18" charset="0"/>
              <a:cs typeface="Times New Roman" panose="02020603050405020304" pitchFamily="18" charset="0"/>
            </a:endParaRPr>
          </a:p>
          <a:p>
            <a:pPr marL="812165" lvl="1" indent="-342900">
              <a:spcBef>
                <a:spcPts val="595"/>
              </a:spcBef>
              <a:buClr>
                <a:srgbClr val="FF5A33"/>
              </a:buClr>
              <a:buFont typeface="Wingdings" panose="05000000000000000000" pitchFamily="2" charset="2"/>
              <a:buChar char="v"/>
              <a:tabLst>
                <a:tab pos="755015" algn="l"/>
              </a:tabLst>
            </a:pPr>
            <a:r>
              <a:rPr lang="en-US" sz="2000" dirty="0" err="1">
                <a:latin typeface="Times New Roman" panose="02020603050405020304" pitchFamily="18" charset="0"/>
                <a:cs typeface="Times New Roman" panose="02020603050405020304" pitchFamily="18" charset="0"/>
              </a:rPr>
              <a:t>Hỗ</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cáo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hiệu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quả</a:t>
            </a:r>
            <a:endParaRPr lang="en-US" sz="20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en-US" sz="2400" dirty="0" err="1">
                <a:latin typeface="Times New Roman" panose="02020603050405020304" pitchFamily="18" charset="0"/>
                <a:cs typeface="Times New Roman" panose="02020603050405020304" pitchFamily="18" charset="0"/>
              </a:rPr>
              <a:t>Nhược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điểm</a:t>
            </a:r>
            <a:endParaRPr lang="en-US" sz="2400" dirty="0">
              <a:latin typeface="Times New Roman" panose="02020603050405020304" pitchFamily="18" charset="0"/>
              <a:cs typeface="Times New Roman" panose="02020603050405020304" pitchFamily="18" charset="0"/>
            </a:endParaRPr>
          </a:p>
          <a:p>
            <a:pPr marL="812165" lvl="1" indent="-342900">
              <a:lnSpc>
                <a:spcPct val="100000"/>
              </a:lnSpc>
              <a:spcBef>
                <a:spcPts val="595"/>
              </a:spcBef>
              <a:buClr>
                <a:srgbClr val="FF5A33"/>
              </a:buClr>
              <a:buFont typeface="Wingdings" panose="05000000000000000000" pitchFamily="2" charset="2"/>
              <a:buChar char="v"/>
              <a:tabLst>
                <a:tab pos="755015" algn="l"/>
              </a:tabLst>
            </a:pPr>
            <a:r>
              <a:rPr lang="en-US" sz="2000" dirty="0">
                <a:latin typeface="Times New Roman" panose="02020603050405020304" pitchFamily="18" charset="0"/>
                <a:cs typeface="Times New Roman" panose="02020603050405020304" pitchFamily="18" charset="0"/>
              </a:rPr>
              <a:t>Dung </a:t>
            </a:r>
            <a:r>
              <a:rPr lang="en-US" sz="2000" dirty="0" err="1">
                <a:latin typeface="Times New Roman" panose="02020603050405020304" pitchFamily="18" charset="0"/>
                <a:cs typeface="Times New Roman" panose="02020603050405020304" pitchFamily="18" charset="0"/>
              </a:rPr>
              <a:t>lượng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số</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lượng</a:t>
            </a:r>
            <a:r>
              <a:rPr lang="en-US" sz="2000" dirty="0">
                <a:latin typeface="Times New Roman" panose="02020603050405020304" pitchFamily="18" charset="0"/>
                <a:cs typeface="Times New Roman" panose="02020603050405020304" pitchFamily="18" charset="0"/>
              </a:rPr>
              <a:t> cookies </a:t>
            </a:r>
            <a:r>
              <a:rPr lang="en-US" sz="2000" dirty="0" err="1">
                <a:latin typeface="Times New Roman" panose="02020603050405020304" pitchFamily="18" charset="0"/>
                <a:cs typeface="Times New Roman" panose="02020603050405020304" pitchFamily="18" charset="0"/>
              </a:rPr>
              <a:t>lưu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trữ</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hạn</a:t>
            </a:r>
            <a:endParaRPr lang="en-US" sz="2000" dirty="0">
              <a:latin typeface="Times New Roman" panose="02020603050405020304" pitchFamily="18" charset="0"/>
              <a:cs typeface="Times New Roman" panose="02020603050405020304" pitchFamily="18" charset="0"/>
            </a:endParaRPr>
          </a:p>
          <a:p>
            <a:pPr marL="812165" lvl="1" indent="-342900">
              <a:lnSpc>
                <a:spcPct val="100000"/>
              </a:lnSpc>
              <a:spcBef>
                <a:spcPts val="595"/>
              </a:spcBef>
              <a:buClr>
                <a:srgbClr val="FF5A33"/>
              </a:buClr>
              <a:buFont typeface="Wingdings" panose="05000000000000000000" pitchFamily="2" charset="2"/>
              <a:buChar char="v"/>
              <a:tabLst>
                <a:tab pos="755015" algn="l"/>
              </a:tabLst>
            </a:pPr>
            <a:r>
              <a:rPr lang="en-US" sz="2000" dirty="0" err="1">
                <a:latin typeface="Times New Roman" panose="02020603050405020304" pitchFamily="18" charset="0"/>
                <a:cs typeface="Times New Roman" panose="02020603050405020304" pitchFamily="18" charset="0"/>
              </a:rPr>
              <a:t>Lỗ</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thông</a:t>
            </a:r>
            <a:r>
              <a:rPr lang="en-US" sz="2000" dirty="0">
                <a:latin typeface="Times New Roman" panose="02020603050405020304" pitchFamily="18" charset="0"/>
                <a:cs typeface="Times New Roman" panose="02020603050405020304" pitchFamily="18" charset="0"/>
              </a:rPr>
              <a:t> tin </a:t>
            </a:r>
            <a:r>
              <a:rPr lang="en-US" sz="2000" dirty="0" err="1">
                <a:latin typeface="Times New Roman" panose="02020603050405020304" pitchFamily="18" charset="0"/>
                <a:cs typeface="Times New Roman" panose="02020603050405020304" pitchFamily="18" charset="0"/>
              </a:rPr>
              <a:t>người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dùng</a:t>
            </a:r>
            <a:endParaRPr lang="en-US" sz="2000" dirty="0">
              <a:latin typeface="Times New Roman" panose="02020603050405020304" pitchFamily="18" charset="0"/>
              <a:cs typeface="Times New Roman" panose="02020603050405020304" pitchFamily="18" charset="0"/>
            </a:endParaRPr>
          </a:p>
          <a:p>
            <a:pPr marL="812165" lvl="1" indent="-342900">
              <a:lnSpc>
                <a:spcPct val="100000"/>
              </a:lnSpc>
              <a:spcBef>
                <a:spcPts val="595"/>
              </a:spcBef>
              <a:buClr>
                <a:srgbClr val="FF5A33"/>
              </a:buClr>
              <a:buFont typeface="Wingdings" panose="05000000000000000000" pitchFamily="2" charset="2"/>
              <a:buChar char="v"/>
              <a:tabLst>
                <a:tab pos="755015" algn="l"/>
              </a:tabLst>
            </a:pPr>
            <a:r>
              <a:rPr lang="en-US" sz="2000" dirty="0">
                <a:latin typeface="Times New Roman" panose="02020603050405020304" pitchFamily="18" charset="0"/>
                <a:cs typeface="Times New Roman" panose="02020603050405020304" pitchFamily="18" charset="0"/>
              </a:rPr>
              <a:t>T</a:t>
            </a:r>
            <a:r>
              <a:rPr lang="vi-VN" sz="2000" dirty="0">
                <a:latin typeface="Times New Roman" panose="02020603050405020304" pitchFamily="18" charset="0"/>
                <a:cs typeface="Times New Roman" panose="02020603050405020304" pitchFamily="18" charset="0"/>
              </a:rPr>
              <a:t>rình duyệt không hỗ trợ một cookie</a:t>
            </a:r>
          </a:p>
        </p:txBody>
      </p:sp>
    </p:spTree>
    <p:extLst>
      <p:ext uri="{BB962C8B-B14F-4D97-AF65-F5344CB8AC3E}">
        <p14:creationId xmlns:p14="http://schemas.microsoft.com/office/powerpoint/2010/main" val="3198655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cs typeface="Times New Roman" panose="02020603050405020304" pitchFamily="18" charset="0"/>
                </a:rPr>
                <a:t>Session Tracking (</a:t>
              </a:r>
              <a:r>
                <a:rPr lang="en-US" altLang="zh-CN" sz="2800" b="1" dirty="0" err="1">
                  <a:solidFill>
                    <a:schemeClr val="bg1"/>
                  </a:solidFill>
                  <a:latin typeface="Times New Roman" panose="02020603050405020304" pitchFamily="18" charset="0"/>
                  <a:cs typeface="Times New Roman" panose="02020603050405020304" pitchFamily="18" charset="0"/>
                </a:rPr>
                <a:t>HttpSesion</a:t>
              </a:r>
              <a:r>
                <a:rPr lang="en-US" altLang="zh-CN" sz="2800" b="1" dirty="0">
                  <a:solidFill>
                    <a:schemeClr val="bg1"/>
                  </a:solidFill>
                  <a:latin typeface="Times New Roman" panose="02020603050405020304" pitchFamily="18" charset="0"/>
                  <a:cs typeface="Times New Roman" panose="02020603050405020304" pitchFamily="18" charset="0"/>
                </a:rPr>
                <a:t>)</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744155" cy="2178160"/>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vi-VN" sz="2000" dirty="0">
                <a:latin typeface="Times New Roman" panose="02020603050405020304" pitchFamily="18" charset="0"/>
                <a:cs typeface="Times New Roman" panose="02020603050405020304" pitchFamily="18" charset="0"/>
              </a:rPr>
              <a:t>Servlet container sử dụng Interface </a:t>
            </a:r>
            <a:r>
              <a:rPr lang="en-US" sz="2000" dirty="0" err="1">
                <a:latin typeface="Times New Roman" panose="02020603050405020304" pitchFamily="18" charset="0"/>
                <a:cs typeface="Times New Roman" panose="02020603050405020304" pitchFamily="18" charset="0"/>
              </a:rPr>
              <a:t>HttpSession</a:t>
            </a:r>
            <a:r>
              <a:rPr 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để tạo một Session giữa một HTTP Client và một HTTP Server. Session này tồn tại trong một khoảng thời gian đã cho, qua nhiều hơn một kết nối hoặc yêu cầu trang từ người dùng.</a:t>
            </a:r>
            <a:endParaRPr lang="en-US" sz="20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en-US" sz="2000" dirty="0" err="1">
                <a:latin typeface="Times New Roman" panose="02020603050405020304" pitchFamily="18" charset="0"/>
                <a:cs typeface="Times New Roman" panose="02020603050405020304" pitchFamily="18" charset="0"/>
              </a:rPr>
              <a:t>Đặc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điểm</a:t>
            </a:r>
            <a:endParaRPr lang="en-US" sz="2000" dirty="0">
              <a:latin typeface="Times New Roman" panose="02020603050405020304" pitchFamily="18" charset="0"/>
              <a:cs typeface="Times New Roman" panose="02020603050405020304" pitchFamily="18" charset="0"/>
            </a:endParaRPr>
          </a:p>
          <a:p>
            <a:pPr marL="812165" lvl="1" indent="-342900">
              <a:spcBef>
                <a:spcPts val="595"/>
              </a:spcBef>
              <a:buClr>
                <a:srgbClr val="FF5A33"/>
              </a:buClr>
              <a:buFont typeface="Wingdings" panose="05000000000000000000" pitchFamily="2" charset="2"/>
              <a:buChar char="v"/>
              <a:tabLst>
                <a:tab pos="755015" algn="l"/>
              </a:tabLst>
            </a:pPr>
            <a:r>
              <a:rPr lang="en-US" sz="2000" dirty="0" err="1">
                <a:latin typeface="Times New Roman" panose="02020603050405020304" pitchFamily="18" charset="0"/>
                <a:cs typeface="Times New Roman" panose="02020603050405020304" pitchFamily="18" charset="0"/>
              </a:rPr>
              <a:t>Một</a:t>
            </a:r>
            <a:r>
              <a:rPr lang="en-US" sz="2000" dirty="0">
                <a:latin typeface="Times New Roman" panose="02020603050405020304" pitchFamily="18" charset="0"/>
                <a:cs typeface="Times New Roman" panose="02020603050405020304" pitchFamily="18" charset="0"/>
              </a:rPr>
              <a:t> user </a:t>
            </a:r>
            <a:r>
              <a:rPr lang="en-US" sz="2000" dirty="0" err="1">
                <a:latin typeface="Times New Roman" panose="02020603050405020304" pitchFamily="18" charset="0"/>
                <a:cs typeface="Times New Roman" panose="02020603050405020304" pitchFamily="18" charset="0"/>
              </a:rPr>
              <a:t>liên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kết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một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đối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tượng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HttpSession</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Một</a:t>
            </a:r>
            <a:r>
              <a:rPr lang="en-US" sz="2000" dirty="0">
                <a:latin typeface="Times New Roman" panose="02020603050405020304" pitchFamily="18" charset="0"/>
                <a:cs typeface="Times New Roman" panose="02020603050405020304" pitchFamily="18" charset="0"/>
              </a:rPr>
              <a:t> user/session</a:t>
            </a:r>
          </a:p>
          <a:p>
            <a:pPr marL="812165" lvl="1" indent="-342900">
              <a:spcBef>
                <a:spcPts val="595"/>
              </a:spcBef>
              <a:buClr>
                <a:srgbClr val="FF5A33"/>
              </a:buClr>
              <a:buFont typeface="Wingdings" panose="05000000000000000000" pitchFamily="2" charset="2"/>
              <a:buChar char="v"/>
              <a:tabLst>
                <a:tab pos="755015" algn="l"/>
              </a:tabLst>
            </a:pPr>
            <a:r>
              <a:rPr lang="en-US" sz="2000" dirty="0" err="1">
                <a:latin typeface="Times New Roman" panose="02020603050405020304" pitchFamily="18" charset="0"/>
                <a:cs typeface="Times New Roman" panose="02020603050405020304" pitchFamily="18" charset="0"/>
              </a:rPr>
              <a:t>Đối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tượng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HttpSessionhoạt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động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giống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Hashtable</a:t>
            </a:r>
            <a:endParaRPr lang="en-US" sz="2000" dirty="0">
              <a:latin typeface="Times New Roman" panose="02020603050405020304" pitchFamily="18" charset="0"/>
              <a:cs typeface="Times New Roman" panose="02020603050405020304" pitchFamily="18" charset="0"/>
            </a:endParaRPr>
          </a:p>
        </p:txBody>
      </p:sp>
      <p:pic>
        <p:nvPicPr>
          <p:cNvPr id="11" name="Picture 4" descr="SNAG-00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4114800"/>
            <a:ext cx="4208314"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5629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cs typeface="Times New Roman" panose="02020603050405020304" pitchFamily="18" charset="0"/>
                </a:rPr>
                <a:t>Session Tracking (</a:t>
              </a:r>
              <a:r>
                <a:rPr lang="en-US" altLang="zh-CN" sz="2800" b="1" dirty="0" err="1">
                  <a:solidFill>
                    <a:schemeClr val="bg1"/>
                  </a:solidFill>
                  <a:latin typeface="Times New Roman" panose="02020603050405020304" pitchFamily="18" charset="0"/>
                  <a:cs typeface="Times New Roman" panose="02020603050405020304" pitchFamily="18" charset="0"/>
                </a:rPr>
                <a:t>HttpSesion</a:t>
              </a:r>
              <a:r>
                <a:rPr lang="en-US" altLang="zh-CN" sz="2800" b="1" dirty="0">
                  <a:solidFill>
                    <a:schemeClr val="bg1"/>
                  </a:solidFill>
                  <a:latin typeface="Times New Roman" panose="02020603050405020304" pitchFamily="18" charset="0"/>
                  <a:cs typeface="Times New Roman" panose="02020603050405020304" pitchFamily="18" charset="0"/>
                </a:rPr>
                <a:t>)</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744155" cy="2270493"/>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000" dirty="0" err="1">
                <a:latin typeface="Times New Roman" panose="02020603050405020304" pitchFamily="18" charset="0"/>
                <a:cs typeface="Times New Roman" panose="02020603050405020304" pitchFamily="18" charset="0"/>
              </a:rPr>
              <a:t>Để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lấy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thông</a:t>
            </a:r>
            <a:r>
              <a:rPr lang="en-US" sz="2000" dirty="0">
                <a:latin typeface="Times New Roman" panose="02020603050405020304" pitchFamily="18" charset="0"/>
                <a:cs typeface="Times New Roman" panose="02020603050405020304" pitchFamily="18" charset="0"/>
              </a:rPr>
              <a:t> tin session </a:t>
            </a:r>
            <a:r>
              <a:rPr lang="en-US" sz="2000" dirty="0" err="1">
                <a:latin typeface="Times New Roman" panose="02020603050405020304" pitchFamily="18" charset="0"/>
                <a:cs typeface="Times New Roman" panose="02020603050405020304" pitchFamily="18" charset="0"/>
              </a:rPr>
              <a:t>đã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tồn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tại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hoặc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tạo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một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đối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tượng</a:t>
            </a:r>
            <a:r>
              <a:rPr lang="en-US" sz="2000" dirty="0">
                <a:latin typeface="Times New Roman" panose="02020603050405020304" pitchFamily="18" charset="0"/>
                <a:cs typeface="Times New Roman" panose="02020603050405020304" pitchFamily="18" charset="0"/>
              </a:rPr>
              <a:t> session</a:t>
            </a:r>
          </a:p>
          <a:p>
            <a:pPr lvl="1" algn="just">
              <a:spcBef>
                <a:spcPts val="600"/>
              </a:spcBef>
              <a:defRPr/>
            </a:pPr>
            <a:r>
              <a:rPr lang="en-US" altLang="en-US" dirty="0" err="1">
                <a:solidFill>
                  <a:schemeClr val="hlink"/>
                </a:solidFill>
                <a:latin typeface="+mj-lt"/>
              </a:rPr>
              <a:t>HttpSession</a:t>
            </a:r>
            <a:r>
              <a:rPr lang="en-US" altLang="en-US" dirty="0">
                <a:solidFill>
                  <a:schemeClr val="hlink"/>
                </a:solidFill>
                <a:latin typeface="+mj-lt"/>
              </a:rPr>
              <a:t> session = </a:t>
            </a:r>
            <a:r>
              <a:rPr lang="en-US" altLang="en-US" dirty="0" err="1">
                <a:solidFill>
                  <a:schemeClr val="hlink"/>
                </a:solidFill>
                <a:latin typeface="+mj-lt"/>
              </a:rPr>
              <a:t>request.getSession</a:t>
            </a:r>
            <a:r>
              <a:rPr lang="en-US" altLang="en-US" dirty="0">
                <a:solidFill>
                  <a:schemeClr val="hlink"/>
                </a:solidFill>
                <a:latin typeface="+mj-lt"/>
              </a:rPr>
              <a:t>(true);</a:t>
            </a:r>
          </a:p>
          <a:p>
            <a:pPr lvl="1" algn="just">
              <a:spcBef>
                <a:spcPts val="600"/>
              </a:spcBef>
              <a:defRPr/>
            </a:pPr>
            <a:r>
              <a:rPr lang="en-US" altLang="en-US" dirty="0">
                <a:latin typeface="+mj-lt"/>
              </a:rPr>
              <a:t>"true" </a:t>
            </a:r>
            <a:r>
              <a:rPr lang="en-US" altLang="en-US" dirty="0" err="1">
                <a:latin typeface="+mj-lt"/>
              </a:rPr>
              <a:t>có</a:t>
            </a:r>
            <a:r>
              <a:rPr lang="en-US" altLang="en-US" dirty="0">
                <a:latin typeface="+mj-lt"/>
              </a:rPr>
              <a:t> </a:t>
            </a:r>
            <a:r>
              <a:rPr lang="en-US" altLang="en-US" dirty="0" err="1">
                <a:latin typeface="+mj-lt"/>
              </a:rPr>
              <a:t>nghĩa</a:t>
            </a:r>
            <a:r>
              <a:rPr lang="en-US" altLang="en-US" dirty="0">
                <a:latin typeface="+mj-lt"/>
              </a:rPr>
              <a:t> Server </a:t>
            </a:r>
            <a:r>
              <a:rPr lang="en-US" altLang="en-US" dirty="0" err="1">
                <a:latin typeface="+mj-lt"/>
              </a:rPr>
              <a:t>sẽ</a:t>
            </a:r>
            <a:r>
              <a:rPr lang="en-US" altLang="en-US" dirty="0">
                <a:latin typeface="+mj-lt"/>
              </a:rPr>
              <a:t> </a:t>
            </a:r>
            <a:r>
              <a:rPr lang="en-US" altLang="en-US" dirty="0" err="1">
                <a:latin typeface="+mj-lt"/>
              </a:rPr>
              <a:t>tạo</a:t>
            </a:r>
            <a:r>
              <a:rPr lang="en-US" altLang="en-US" dirty="0">
                <a:latin typeface="+mj-lt"/>
              </a:rPr>
              <a:t> </a:t>
            </a:r>
            <a:r>
              <a:rPr lang="en-US" altLang="en-US" dirty="0" err="1">
                <a:latin typeface="+mj-lt"/>
              </a:rPr>
              <a:t>một</a:t>
            </a:r>
            <a:r>
              <a:rPr lang="en-US" altLang="en-US" dirty="0">
                <a:latin typeface="+mj-lt"/>
              </a:rPr>
              <a:t> </a:t>
            </a:r>
            <a:r>
              <a:rPr lang="en-US" altLang="en-US" dirty="0" err="1">
                <a:latin typeface="+mj-lt"/>
              </a:rPr>
              <a:t>đối</a:t>
            </a:r>
            <a:r>
              <a:rPr lang="en-US" altLang="en-US" dirty="0">
                <a:latin typeface="+mj-lt"/>
              </a:rPr>
              <a:t> </a:t>
            </a:r>
            <a:r>
              <a:rPr lang="en-US" altLang="en-US" dirty="0" err="1">
                <a:latin typeface="+mj-lt"/>
              </a:rPr>
              <a:t>tượng</a:t>
            </a:r>
            <a:r>
              <a:rPr lang="en-US" altLang="en-US" dirty="0">
                <a:latin typeface="+mj-lt"/>
              </a:rPr>
              <a:t> </a:t>
            </a:r>
            <a:r>
              <a:rPr lang="en-US" altLang="en-US" dirty="0" err="1">
                <a:latin typeface="+mj-lt"/>
              </a:rPr>
              <a:t>mới</a:t>
            </a:r>
            <a:r>
              <a:rPr lang="en-US" altLang="en-US" dirty="0">
                <a:latin typeface="+mj-lt"/>
              </a:rPr>
              <a:t> </a:t>
            </a:r>
            <a:r>
              <a:rPr lang="en-US" altLang="en-US" dirty="0" err="1">
                <a:latin typeface="+mj-lt"/>
              </a:rPr>
              <a:t>nếu</a:t>
            </a:r>
            <a:r>
              <a:rPr lang="en-US" altLang="en-US" dirty="0">
                <a:latin typeface="+mj-lt"/>
              </a:rPr>
              <a:t> </a:t>
            </a:r>
            <a:r>
              <a:rPr lang="en-US" altLang="en-US" dirty="0" err="1">
                <a:latin typeface="+mj-lt"/>
              </a:rPr>
              <a:t>cần</a:t>
            </a:r>
            <a:r>
              <a:rPr lang="en-US" altLang="en-US" dirty="0">
                <a:latin typeface="+mj-lt"/>
              </a:rPr>
              <a:t> </a:t>
            </a:r>
            <a:r>
              <a:rPr lang="en-US" altLang="en-US" dirty="0" err="1">
                <a:latin typeface="+mj-lt"/>
              </a:rPr>
              <a:t>thiết</a:t>
            </a:r>
            <a:endParaRPr lang="en-US" sz="20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en-US" sz="2000" dirty="0" err="1">
                <a:latin typeface="Times New Roman" panose="02020603050405020304" pitchFamily="18" charset="0"/>
                <a:cs typeface="Times New Roman" panose="02020603050405020304" pitchFamily="18" charset="0"/>
              </a:rPr>
              <a:t>Để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lưu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trữ</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hoặc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lấy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đối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tượng</a:t>
            </a:r>
            <a:r>
              <a:rPr lang="en-US" sz="2000" dirty="0">
                <a:latin typeface="Times New Roman" panose="02020603050405020304" pitchFamily="18" charset="0"/>
                <a:cs typeface="Times New Roman" panose="02020603050405020304" pitchFamily="18" charset="0"/>
              </a:rPr>
              <a:t> session</a:t>
            </a:r>
          </a:p>
          <a:p>
            <a:pPr marL="812165" lvl="1" indent="-342900">
              <a:spcBef>
                <a:spcPts val="595"/>
              </a:spcBef>
              <a:buClr>
                <a:srgbClr val="FF5A33"/>
              </a:buClr>
              <a:buFont typeface="Wingdings" panose="05000000000000000000" pitchFamily="2" charset="2"/>
              <a:buChar char="v"/>
              <a:tabLst>
                <a:tab pos="755015" algn="l"/>
              </a:tabLst>
            </a:pPr>
            <a:r>
              <a:rPr lang="fr-FR" sz="2000" dirty="0" err="1">
                <a:latin typeface="Times New Roman" panose="02020603050405020304" pitchFamily="18" charset="0"/>
                <a:cs typeface="Times New Roman" panose="02020603050405020304" pitchFamily="18" charset="0"/>
              </a:rPr>
              <a:t>Lưu</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trữ</a:t>
            </a:r>
            <a:r>
              <a:rPr lang="fr-FR" sz="2000" dirty="0">
                <a:latin typeface="Times New Roman" panose="02020603050405020304" pitchFamily="18" charset="0"/>
                <a:cs typeface="Times New Roman" panose="02020603050405020304" pitchFamily="18" charset="0"/>
              </a:rPr>
              <a:t>: </a:t>
            </a:r>
            <a:r>
              <a:rPr lang="fr-FR" dirty="0" err="1">
                <a:solidFill>
                  <a:schemeClr val="hlink"/>
                </a:solidFill>
                <a:latin typeface="+mj-lt"/>
              </a:rPr>
              <a:t>setAttribute</a:t>
            </a:r>
            <a:r>
              <a:rPr lang="fr-FR" dirty="0">
                <a:solidFill>
                  <a:schemeClr val="hlink"/>
                </a:solidFill>
                <a:latin typeface="+mj-lt"/>
              </a:rPr>
              <a:t>("</a:t>
            </a:r>
            <a:r>
              <a:rPr lang="fr-FR" dirty="0" err="1">
                <a:solidFill>
                  <a:schemeClr val="hlink"/>
                </a:solidFill>
                <a:latin typeface="+mj-lt"/>
              </a:rPr>
              <a:t>cartItem</a:t>
            </a:r>
            <a:r>
              <a:rPr lang="fr-FR" dirty="0">
                <a:solidFill>
                  <a:schemeClr val="hlink"/>
                </a:solidFill>
                <a:latin typeface="+mj-lt"/>
              </a:rPr>
              <a:t>", </a:t>
            </a:r>
            <a:r>
              <a:rPr lang="fr-FR" dirty="0" err="1">
                <a:solidFill>
                  <a:schemeClr val="hlink"/>
                </a:solidFill>
                <a:latin typeface="+mj-lt"/>
              </a:rPr>
              <a:t>cart</a:t>
            </a:r>
            <a:r>
              <a:rPr lang="fr-FR" dirty="0">
                <a:solidFill>
                  <a:schemeClr val="hlink"/>
                </a:solidFill>
                <a:latin typeface="+mj-lt"/>
              </a:rPr>
              <a:t>);</a:t>
            </a:r>
          </a:p>
          <a:p>
            <a:pPr marL="812165" lvl="1" indent="-342900">
              <a:spcBef>
                <a:spcPts val="595"/>
              </a:spcBef>
              <a:buClr>
                <a:srgbClr val="FF5A33"/>
              </a:buClr>
              <a:buFont typeface="Wingdings" panose="05000000000000000000" pitchFamily="2" charset="2"/>
              <a:buChar char="v"/>
              <a:tabLst>
                <a:tab pos="755015" algn="l"/>
              </a:tabLst>
            </a:pPr>
            <a:r>
              <a:rPr lang="fr-FR" sz="2000" dirty="0" err="1">
                <a:latin typeface="Times New Roman" panose="02020603050405020304" pitchFamily="18" charset="0"/>
                <a:cs typeface="Times New Roman" panose="02020603050405020304" pitchFamily="18" charset="0"/>
              </a:rPr>
              <a:t>Lấy</a:t>
            </a:r>
            <a:r>
              <a:rPr lang="fr-FR" sz="2000" dirty="0">
                <a:latin typeface="Times New Roman" panose="02020603050405020304" pitchFamily="18" charset="0"/>
                <a:cs typeface="Times New Roman" panose="02020603050405020304" pitchFamily="18" charset="0"/>
              </a:rPr>
              <a:t> ra: </a:t>
            </a:r>
            <a:r>
              <a:rPr lang="fr-FR" dirty="0" err="1">
                <a:solidFill>
                  <a:schemeClr val="hlink"/>
                </a:solidFill>
                <a:latin typeface="+mj-lt"/>
              </a:rPr>
              <a:t>getAttribute</a:t>
            </a:r>
            <a:r>
              <a:rPr lang="fr-FR" dirty="0">
                <a:solidFill>
                  <a:schemeClr val="hlink"/>
                </a:solidFill>
                <a:latin typeface="+mj-lt"/>
              </a:rPr>
              <a:t>("</a:t>
            </a:r>
            <a:r>
              <a:rPr lang="fr-FR" dirty="0" err="1">
                <a:solidFill>
                  <a:schemeClr val="hlink"/>
                </a:solidFill>
                <a:latin typeface="+mj-lt"/>
              </a:rPr>
              <a:t>cartItem</a:t>
            </a:r>
            <a:r>
              <a:rPr lang="fr-FR" dirty="0">
                <a:solidFill>
                  <a:schemeClr val="hlink"/>
                </a:solidFill>
                <a:latin typeface="+mj-lt"/>
              </a:rPr>
              <a:t>");</a:t>
            </a:r>
          </a:p>
        </p:txBody>
      </p:sp>
    </p:spTree>
    <p:extLst>
      <p:ext uri="{BB962C8B-B14F-4D97-AF65-F5344CB8AC3E}">
        <p14:creationId xmlns:p14="http://schemas.microsoft.com/office/powerpoint/2010/main" val="1501506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cs typeface="Times New Roman" panose="02020603050405020304" pitchFamily="18" charset="0"/>
                </a:rPr>
                <a:t>Session Tracking (</a:t>
              </a:r>
              <a:r>
                <a:rPr lang="en-US" altLang="zh-CN" sz="2800" b="1" dirty="0" err="1">
                  <a:solidFill>
                    <a:schemeClr val="bg1"/>
                  </a:solidFill>
                  <a:latin typeface="Times New Roman" panose="02020603050405020304" pitchFamily="18" charset="0"/>
                  <a:cs typeface="Times New Roman" panose="02020603050405020304" pitchFamily="18" charset="0"/>
                </a:rPr>
                <a:t>HttpSesion</a:t>
              </a:r>
              <a:r>
                <a:rPr lang="en-US" altLang="zh-CN" sz="2800" b="1" dirty="0">
                  <a:solidFill>
                    <a:schemeClr val="bg1"/>
                  </a:solidFill>
                  <a:latin typeface="Times New Roman" panose="02020603050405020304" pitchFamily="18" charset="0"/>
                  <a:cs typeface="Times New Roman" panose="02020603050405020304" pitchFamily="18" charset="0"/>
                </a:rPr>
                <a:t>)</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pic>
        <p:nvPicPr>
          <p:cNvPr id="2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752600"/>
            <a:ext cx="2349421" cy="22850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3599" y="1752600"/>
            <a:ext cx="3674007" cy="22615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33388" y="1958574"/>
            <a:ext cx="2278289" cy="184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08957" y="4037653"/>
            <a:ext cx="2943943" cy="19987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4419600"/>
            <a:ext cx="3810961" cy="2222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 name="Freeform 25"/>
          <p:cNvSpPr/>
          <p:nvPr/>
        </p:nvSpPr>
        <p:spPr>
          <a:xfrm>
            <a:off x="8335732" y="3084703"/>
            <a:ext cx="827314" cy="1577065"/>
          </a:xfrm>
          <a:custGeom>
            <a:avLst/>
            <a:gdLst>
              <a:gd name="connsiteX0" fmla="*/ 0 w 827314"/>
              <a:gd name="connsiteY0" fmla="*/ 38550 h 1577065"/>
              <a:gd name="connsiteX1" fmla="*/ 464457 w 827314"/>
              <a:gd name="connsiteY1" fmla="*/ 198207 h 1577065"/>
              <a:gd name="connsiteX2" fmla="*/ 827314 w 827314"/>
              <a:gd name="connsiteY2" fmla="*/ 1577065 h 1577065"/>
            </a:gdLst>
            <a:ahLst/>
            <a:cxnLst>
              <a:cxn ang="0">
                <a:pos x="connsiteX0" y="connsiteY0"/>
              </a:cxn>
              <a:cxn ang="0">
                <a:pos x="connsiteX1" y="connsiteY1"/>
              </a:cxn>
              <a:cxn ang="0">
                <a:pos x="connsiteX2" y="connsiteY2"/>
              </a:cxn>
            </a:cxnLst>
            <a:rect l="l" t="t" r="r" b="b"/>
            <a:pathLst>
              <a:path w="827314" h="1577065">
                <a:moveTo>
                  <a:pt x="0" y="38550"/>
                </a:moveTo>
                <a:cubicBezTo>
                  <a:pt x="163285" y="-9831"/>
                  <a:pt x="326571" y="-58212"/>
                  <a:pt x="464457" y="198207"/>
                </a:cubicBezTo>
                <a:cubicBezTo>
                  <a:pt x="602343" y="454626"/>
                  <a:pt x="714828" y="1015845"/>
                  <a:pt x="827314" y="1577065"/>
                </a:cubicBezTo>
              </a:path>
            </a:pathLst>
          </a:custGeom>
          <a:noFill/>
          <a:ln w="19050">
            <a:solidFill>
              <a:srgbClr val="FF0000"/>
            </a:solidFill>
            <a:tailEnd type="stealt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Freeform 26"/>
          <p:cNvSpPr/>
          <p:nvPr/>
        </p:nvSpPr>
        <p:spPr>
          <a:xfrm>
            <a:off x="2036532" y="2673310"/>
            <a:ext cx="1857828" cy="43543"/>
          </a:xfrm>
          <a:custGeom>
            <a:avLst/>
            <a:gdLst>
              <a:gd name="connsiteX0" fmla="*/ 0 w 1857828"/>
              <a:gd name="connsiteY0" fmla="*/ 43543 h 43543"/>
              <a:gd name="connsiteX1" fmla="*/ 1146628 w 1857828"/>
              <a:gd name="connsiteY1" fmla="*/ 43543 h 43543"/>
              <a:gd name="connsiteX2" fmla="*/ 1857828 w 1857828"/>
              <a:gd name="connsiteY2" fmla="*/ 0 h 43543"/>
            </a:gdLst>
            <a:ahLst/>
            <a:cxnLst>
              <a:cxn ang="0">
                <a:pos x="connsiteX0" y="connsiteY0"/>
              </a:cxn>
              <a:cxn ang="0">
                <a:pos x="connsiteX1" y="connsiteY1"/>
              </a:cxn>
              <a:cxn ang="0">
                <a:pos x="connsiteX2" y="connsiteY2"/>
              </a:cxn>
            </a:cxnLst>
            <a:rect l="l" t="t" r="r" b="b"/>
            <a:pathLst>
              <a:path w="1857828" h="43543">
                <a:moveTo>
                  <a:pt x="0" y="43543"/>
                </a:moveTo>
                <a:lnTo>
                  <a:pt x="1146628" y="43543"/>
                </a:lnTo>
                <a:cubicBezTo>
                  <a:pt x="1456266" y="36286"/>
                  <a:pt x="1657047" y="18143"/>
                  <a:pt x="1857828" y="0"/>
                </a:cubicBezTo>
              </a:path>
            </a:pathLst>
          </a:custGeom>
          <a:noFill/>
          <a:ln w="19050">
            <a:solidFill>
              <a:srgbClr val="FF0000"/>
            </a:solidFill>
            <a:tailEnd type="stealt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Freeform 27"/>
          <p:cNvSpPr/>
          <p:nvPr/>
        </p:nvSpPr>
        <p:spPr>
          <a:xfrm>
            <a:off x="4800600" y="5260081"/>
            <a:ext cx="2606218" cy="73920"/>
          </a:xfrm>
          <a:custGeom>
            <a:avLst/>
            <a:gdLst>
              <a:gd name="connsiteX0" fmla="*/ 3628572 w 3628572"/>
              <a:gd name="connsiteY0" fmla="*/ 25802 h 170945"/>
              <a:gd name="connsiteX1" fmla="*/ 1785257 w 3628572"/>
              <a:gd name="connsiteY1" fmla="*/ 11288 h 170945"/>
              <a:gd name="connsiteX2" fmla="*/ 0 w 3628572"/>
              <a:gd name="connsiteY2" fmla="*/ 170945 h 170945"/>
            </a:gdLst>
            <a:ahLst/>
            <a:cxnLst>
              <a:cxn ang="0">
                <a:pos x="connsiteX0" y="connsiteY0"/>
              </a:cxn>
              <a:cxn ang="0">
                <a:pos x="connsiteX1" y="connsiteY1"/>
              </a:cxn>
              <a:cxn ang="0">
                <a:pos x="connsiteX2" y="connsiteY2"/>
              </a:cxn>
            </a:cxnLst>
            <a:rect l="l" t="t" r="r" b="b"/>
            <a:pathLst>
              <a:path w="3628572" h="170945">
                <a:moveTo>
                  <a:pt x="3628572" y="25802"/>
                </a:moveTo>
                <a:cubicBezTo>
                  <a:pt x="3009295" y="6450"/>
                  <a:pt x="2390019" y="-12902"/>
                  <a:pt x="1785257" y="11288"/>
                </a:cubicBezTo>
                <a:cubicBezTo>
                  <a:pt x="1180495" y="35478"/>
                  <a:pt x="590247" y="103211"/>
                  <a:pt x="0" y="170945"/>
                </a:cubicBezTo>
              </a:path>
            </a:pathLst>
          </a:custGeom>
          <a:noFill/>
          <a:ln w="19050">
            <a:solidFill>
              <a:srgbClr val="FF0000"/>
            </a:solidFill>
            <a:tailEnd type="stealt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4170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cs typeface="Times New Roman" panose="02020603050405020304" pitchFamily="18" charset="0"/>
                </a:rPr>
                <a:t>Session Tracking (</a:t>
              </a:r>
              <a:r>
                <a:rPr lang="en-US" altLang="zh-CN" sz="2800" b="1" dirty="0" err="1">
                  <a:solidFill>
                    <a:schemeClr val="bg1"/>
                  </a:solidFill>
                  <a:latin typeface="Times New Roman" panose="02020603050405020304" pitchFamily="18" charset="0"/>
                  <a:cs typeface="Times New Roman" panose="02020603050405020304" pitchFamily="18" charset="0"/>
                </a:rPr>
                <a:t>Viết</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lại</a:t>
              </a:r>
              <a:r>
                <a:rPr lang="en-US" altLang="zh-CN" sz="2800" b="1" dirty="0">
                  <a:solidFill>
                    <a:schemeClr val="bg1"/>
                  </a:solidFill>
                  <a:latin typeface="Times New Roman" panose="02020603050405020304" pitchFamily="18" charset="0"/>
                  <a:cs typeface="Times New Roman" panose="02020603050405020304" pitchFamily="18" charset="0"/>
                </a:rPr>
                <a:t> URL)</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744155" cy="2870658"/>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000" dirty="0" err="1">
                <a:latin typeface="Times New Roman" panose="02020603050405020304" pitchFamily="18" charset="0"/>
                <a:cs typeface="Times New Roman" panose="02020603050405020304" pitchFamily="18" charset="0"/>
              </a:rPr>
              <a:t>Bổ</a:t>
            </a:r>
            <a:r>
              <a:rPr lang="en-US" sz="2000" dirty="0">
                <a:latin typeface="Times New Roman" panose="02020603050405020304" pitchFamily="18" charset="0"/>
                <a:cs typeface="Times New Roman" panose="02020603050405020304" pitchFamily="18" charset="0"/>
              </a:rPr>
              <a:t> sung</a:t>
            </a:r>
            <a:r>
              <a:rPr lang="vi-VN" sz="2000" dirty="0">
                <a:latin typeface="Times New Roman" panose="02020603050405020304" pitchFamily="18" charset="0"/>
                <a:cs typeface="Times New Roman" panose="02020603050405020304" pitchFamily="18" charset="0"/>
              </a:rPr>
              <a:t> thêm một số dữ liệu bổ sung ở cuối mỗi URL mà nhận diện Session đó, và Server có thể liên kết với Session Identifier này với dữ liệu nó đã lưu giữ về session đó.</a:t>
            </a:r>
            <a:endParaRPr lang="en-US" sz="2000" dirty="0">
              <a:latin typeface="Times New Roman" panose="02020603050405020304" pitchFamily="18" charset="0"/>
              <a:cs typeface="Times New Roman" panose="02020603050405020304" pitchFamily="18" charset="0"/>
            </a:endParaRPr>
          </a:p>
          <a:p>
            <a:pPr algn="ctr">
              <a:spcBef>
                <a:spcPts val="600"/>
              </a:spcBef>
              <a:spcAft>
                <a:spcPts val="600"/>
              </a:spcAft>
              <a:defRPr/>
            </a:pPr>
            <a:r>
              <a:rPr lang="en-US" sz="2000" b="1" dirty="0"/>
              <a:t>url?name1=value1&amp;name2=value2&amp;</a:t>
            </a:r>
          </a:p>
          <a:p>
            <a:pPr marL="354965" indent="-342900">
              <a:spcBef>
                <a:spcPts val="595"/>
              </a:spcBef>
              <a:buClr>
                <a:srgbClr val="FF5A33"/>
              </a:buClr>
              <a:buFont typeface="Wingdings" panose="05000000000000000000" pitchFamily="2" charset="2"/>
              <a:buChar char="q"/>
              <a:tabLst>
                <a:tab pos="755015" algn="l"/>
              </a:tabLst>
            </a:pPr>
            <a:r>
              <a:rPr lang="vi-VN" sz="2000" dirty="0">
                <a:latin typeface="Times New Roman" panose="02020603050405020304" pitchFamily="18" charset="0"/>
                <a:cs typeface="Times New Roman" panose="02020603050405020304" pitchFamily="18" charset="0"/>
              </a:rPr>
              <a:t>Viết lại URL là cách tốt hơn để duy trì các session và làm việc cho các trình duyệt khi chúng không hỗ trợ các Cookie</a:t>
            </a:r>
            <a:endParaRPr lang="en-US" sz="20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en-US" sz="2000" dirty="0">
                <a:latin typeface="Times New Roman" panose="02020603050405020304" pitchFamily="18" charset="0"/>
                <a:cs typeface="Times New Roman" panose="02020603050405020304" pitchFamily="18" charset="0"/>
              </a:rPr>
              <a:t>N</a:t>
            </a:r>
            <a:r>
              <a:rPr lang="vi-VN" sz="2000" dirty="0">
                <a:latin typeface="Times New Roman" panose="02020603050405020304" pitchFamily="18" charset="0"/>
                <a:cs typeface="Times New Roman" panose="02020603050405020304" pitchFamily="18" charset="0"/>
              </a:rPr>
              <a:t>hưng hạn chế ở đây là: bạn sẽ tạo mỗi URL động để gán cho một Session ID bởi vì trang là trang HTML tĩnh</a:t>
            </a:r>
            <a:endParaRPr lang="fr-FR" dirty="0">
              <a:solidFill>
                <a:schemeClr val="hlink"/>
              </a:solidFill>
              <a:latin typeface="+mj-lt"/>
            </a:endParaRPr>
          </a:p>
        </p:txBody>
      </p:sp>
    </p:spTree>
    <p:extLst>
      <p:ext uri="{BB962C8B-B14F-4D97-AF65-F5344CB8AC3E}">
        <p14:creationId xmlns:p14="http://schemas.microsoft.com/office/powerpoint/2010/main" val="2580437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cs typeface="Times New Roman" panose="02020603050405020304" pitchFamily="18" charset="0"/>
                </a:rPr>
                <a:t>Session Tracking (</a:t>
              </a:r>
              <a:r>
                <a:rPr lang="en-US" altLang="zh-CN" sz="2800" b="1" dirty="0" err="1">
                  <a:solidFill>
                    <a:schemeClr val="bg1"/>
                  </a:solidFill>
                  <a:latin typeface="Times New Roman" panose="02020603050405020304" pitchFamily="18" charset="0"/>
                  <a:cs typeface="Times New Roman" panose="02020603050405020304" pitchFamily="18" charset="0"/>
                </a:rPr>
                <a:t>Viết</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lại</a:t>
              </a:r>
              <a:r>
                <a:rPr lang="en-US" altLang="zh-CN" sz="2800" b="1" dirty="0">
                  <a:solidFill>
                    <a:schemeClr val="bg1"/>
                  </a:solidFill>
                  <a:latin typeface="Times New Roman" panose="02020603050405020304" pitchFamily="18" charset="0"/>
                  <a:cs typeface="Times New Roman" panose="02020603050405020304" pitchFamily="18" charset="0"/>
                </a:rPr>
                <a:t> URL)</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744155" cy="793166"/>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000" dirty="0">
                <a:latin typeface="Times New Roman" panose="02020603050405020304" pitchFamily="18" charset="0"/>
                <a:cs typeface="Times New Roman" panose="02020603050405020304" pitchFamily="18" charset="0"/>
              </a:rPr>
              <a:t>session ID </a:t>
            </a:r>
            <a:r>
              <a:rPr lang="en-US" sz="2000" dirty="0" err="1">
                <a:latin typeface="Times New Roman" panose="02020603050405020304" pitchFamily="18" charset="0"/>
                <a:cs typeface="Times New Roman" panose="02020603050405020304" pitchFamily="18" charset="0"/>
              </a:rPr>
              <a:t>là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hóa</a:t>
            </a:r>
            <a:r>
              <a:rPr lang="en-US" sz="2000" dirty="0">
                <a:latin typeface="Times New Roman" panose="02020603050405020304" pitchFamily="18" charset="0"/>
                <a:cs typeface="Times New Roman" panose="02020603050405020304" pitchFamily="18" charset="0"/>
              </a:rPr>
              <a:t> URL </a:t>
            </a:r>
            <a:r>
              <a:rPr lang="en-US" sz="2000" dirty="0" err="1">
                <a:latin typeface="Times New Roman" panose="02020603050405020304" pitchFamily="18" charset="0"/>
                <a:cs typeface="Times New Roman" panose="02020603050405020304" pitchFamily="18" charset="0"/>
              </a:rPr>
              <a:t>được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tạo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trong</a:t>
            </a:r>
            <a:r>
              <a:rPr lang="en-US" sz="2000" dirty="0">
                <a:latin typeface="Times New Roman" panose="02020603050405020304" pitchFamily="18" charset="0"/>
                <a:cs typeface="Times New Roman" panose="02020603050405020304" pitchFamily="18" charset="0"/>
              </a:rPr>
              <a:t> JSP</a:t>
            </a:r>
          </a:p>
          <a:p>
            <a:pPr marL="354965" indent="-342900">
              <a:spcBef>
                <a:spcPts val="595"/>
              </a:spcBef>
              <a:buClr>
                <a:srgbClr val="FF5A33"/>
              </a:buClr>
              <a:buFont typeface="Wingdings" panose="05000000000000000000" pitchFamily="2" charset="2"/>
              <a:buChar char="q"/>
              <a:tabLst>
                <a:tab pos="755015" algn="l"/>
              </a:tabLst>
            </a:pPr>
            <a:endParaRPr lang="en-US" sz="2000" dirty="0">
              <a:latin typeface="Times New Roman" panose="02020603050405020304" pitchFamily="18" charset="0"/>
              <a:cs typeface="Times New Roman" panose="02020603050405020304" pitchFamily="18" charset="0"/>
            </a:endParaRPr>
          </a:p>
        </p:txBody>
      </p:sp>
      <p:sp>
        <p:nvSpPr>
          <p:cNvPr id="11" name="Rectangle 6"/>
          <p:cNvSpPr>
            <a:spLocks noChangeArrowheads="1"/>
          </p:cNvSpPr>
          <p:nvPr/>
        </p:nvSpPr>
        <p:spPr bwMode="auto">
          <a:xfrm>
            <a:off x="4419600" y="2286000"/>
            <a:ext cx="7675095" cy="3629989"/>
          </a:xfrm>
          <a:prstGeom prst="rect">
            <a:avLst/>
          </a:prstGeom>
          <a:noFill/>
          <a:ln>
            <a:headEnd/>
            <a:tailEnd/>
          </a:ln>
        </p:spPr>
        <p:style>
          <a:lnRef idx="1">
            <a:schemeClr val="accent3"/>
          </a:lnRef>
          <a:fillRef idx="2">
            <a:schemeClr val="accent3"/>
          </a:fillRef>
          <a:effectRef idx="1">
            <a:schemeClr val="accent3"/>
          </a:effectRef>
          <a:fontRef idx="minor">
            <a:schemeClr val="dk1"/>
          </a:fontRef>
        </p:style>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ts val="600"/>
              </a:spcBef>
              <a:defRPr/>
            </a:pPr>
            <a:r>
              <a:rPr lang="en-US" sz="1400" dirty="0">
                <a:solidFill>
                  <a:srgbClr val="008080"/>
                </a:solidFill>
                <a:latin typeface="Consolas"/>
              </a:rPr>
              <a:t>&lt;</a:t>
            </a:r>
            <a:r>
              <a:rPr lang="en-US" sz="1400" dirty="0">
                <a:solidFill>
                  <a:srgbClr val="3F7F7F"/>
                </a:solidFill>
                <a:highlight>
                  <a:srgbClr val="D4D4D4"/>
                </a:highlight>
                <a:latin typeface="Consolas"/>
              </a:rPr>
              <a:t>b</a:t>
            </a:r>
            <a:r>
              <a:rPr lang="en-US" sz="1400" dirty="0">
                <a:solidFill>
                  <a:srgbClr val="008080"/>
                </a:solidFill>
                <a:highlight>
                  <a:srgbClr val="D4D4D4"/>
                </a:highlight>
                <a:latin typeface="Consolas"/>
              </a:rPr>
              <a:t>&gt;</a:t>
            </a:r>
            <a:r>
              <a:rPr lang="en-US" sz="1400" dirty="0">
                <a:solidFill>
                  <a:srgbClr val="000000"/>
                </a:solidFill>
                <a:highlight>
                  <a:srgbClr val="D4D4D4"/>
                </a:highlight>
                <a:latin typeface="Consolas"/>
              </a:rPr>
              <a:t>Search results for books</a:t>
            </a:r>
            <a:r>
              <a:rPr lang="en-US" sz="1400" dirty="0">
                <a:solidFill>
                  <a:srgbClr val="008080"/>
                </a:solidFill>
                <a:highlight>
                  <a:srgbClr val="D4D4D4"/>
                </a:highlight>
                <a:latin typeface="Consolas"/>
              </a:rPr>
              <a:t>&lt;/</a:t>
            </a:r>
            <a:r>
              <a:rPr lang="en-US" sz="1400" dirty="0">
                <a:solidFill>
                  <a:srgbClr val="3F7F7F"/>
                </a:solidFill>
                <a:highlight>
                  <a:srgbClr val="D4D4D4"/>
                </a:highlight>
                <a:latin typeface="Consolas"/>
              </a:rPr>
              <a:t>b</a:t>
            </a:r>
            <a:r>
              <a:rPr lang="en-US" sz="1400" dirty="0">
                <a:solidFill>
                  <a:srgbClr val="008080"/>
                </a:solidFill>
                <a:highlight>
                  <a:srgbClr val="D4D4D4"/>
                </a:highlight>
                <a:latin typeface="Consolas"/>
              </a:rPr>
              <a:t>&gt;</a:t>
            </a:r>
          </a:p>
          <a:p>
            <a:pPr>
              <a:spcBef>
                <a:spcPts val="600"/>
              </a:spcBef>
              <a:defRPr/>
            </a:pPr>
            <a:r>
              <a:rPr lang="en-US" sz="1400" dirty="0">
                <a:solidFill>
                  <a:srgbClr val="008080"/>
                </a:solidFill>
                <a:latin typeface="Consolas"/>
              </a:rPr>
              <a:t>&lt;</a:t>
            </a:r>
            <a:r>
              <a:rPr lang="en-US" sz="1400" dirty="0">
                <a:solidFill>
                  <a:srgbClr val="3F7F7F"/>
                </a:solidFill>
                <a:latin typeface="Consolas"/>
              </a:rPr>
              <a:t>form </a:t>
            </a:r>
            <a:r>
              <a:rPr lang="en-US" sz="1400" dirty="0">
                <a:solidFill>
                  <a:srgbClr val="7F007F"/>
                </a:solidFill>
                <a:latin typeface="Consolas"/>
              </a:rPr>
              <a:t>method</a:t>
            </a:r>
            <a:r>
              <a:rPr lang="en-US" sz="1400" dirty="0">
                <a:solidFill>
                  <a:srgbClr val="000000"/>
                </a:solidFill>
                <a:latin typeface="Consolas"/>
              </a:rPr>
              <a:t>=</a:t>
            </a:r>
            <a:r>
              <a:rPr lang="en-US" sz="1400" i="1" dirty="0">
                <a:solidFill>
                  <a:srgbClr val="2A00FF"/>
                </a:solidFill>
                <a:latin typeface="Consolas"/>
              </a:rPr>
              <a:t>"post" </a:t>
            </a:r>
            <a:r>
              <a:rPr lang="en-US" sz="1400" i="1" dirty="0">
                <a:solidFill>
                  <a:srgbClr val="7F007F"/>
                </a:solidFill>
                <a:latin typeface="Consolas"/>
              </a:rPr>
              <a:t>action</a:t>
            </a:r>
            <a:r>
              <a:rPr lang="en-US" sz="1400" i="1" dirty="0">
                <a:solidFill>
                  <a:srgbClr val="000000"/>
                </a:solidFill>
                <a:latin typeface="Consolas"/>
              </a:rPr>
              <a:t>=</a:t>
            </a:r>
            <a:r>
              <a:rPr lang="en-US" sz="1400" i="1" dirty="0">
                <a:solidFill>
                  <a:srgbClr val="2A00FF"/>
                </a:solidFill>
                <a:latin typeface="Consolas"/>
              </a:rPr>
              <a:t>"</a:t>
            </a:r>
            <a:r>
              <a:rPr lang="en-US" sz="1400" i="1" dirty="0" err="1">
                <a:solidFill>
                  <a:srgbClr val="2A00FF"/>
                </a:solidFill>
                <a:latin typeface="Consolas"/>
              </a:rPr>
              <a:t>serverprogram.jsp</a:t>
            </a:r>
            <a:r>
              <a:rPr lang="en-US" sz="1400" i="1" dirty="0">
                <a:solidFill>
                  <a:srgbClr val="2A00FF"/>
                </a:solidFill>
                <a:latin typeface="Consolas"/>
              </a:rPr>
              <a:t>"</a:t>
            </a:r>
            <a:r>
              <a:rPr lang="en-US" sz="1400" i="1" dirty="0">
                <a:solidFill>
                  <a:srgbClr val="008080"/>
                </a:solidFill>
                <a:latin typeface="Consolas"/>
              </a:rPr>
              <a:t>&gt;</a:t>
            </a:r>
          </a:p>
          <a:p>
            <a:pPr lvl="1">
              <a:spcBef>
                <a:spcPts val="600"/>
              </a:spcBef>
              <a:defRPr/>
            </a:pPr>
            <a:r>
              <a:rPr lang="en-US" sz="1400" dirty="0">
                <a:solidFill>
                  <a:srgbClr val="008080"/>
                </a:solidFill>
                <a:latin typeface="Consolas"/>
              </a:rPr>
              <a:t>// Provides check box for different products</a:t>
            </a:r>
          </a:p>
          <a:p>
            <a:pPr lvl="1">
              <a:spcBef>
                <a:spcPts val="600"/>
              </a:spcBef>
              <a:defRPr/>
            </a:pPr>
            <a:r>
              <a:rPr lang="en-US" sz="1400" dirty="0">
                <a:solidFill>
                  <a:srgbClr val="008080"/>
                </a:solidFill>
                <a:latin typeface="Consolas"/>
              </a:rPr>
              <a:t>&lt;</a:t>
            </a:r>
            <a:r>
              <a:rPr lang="en-US" sz="1400" dirty="0">
                <a:solidFill>
                  <a:srgbClr val="3F7F7F"/>
                </a:solidFill>
                <a:latin typeface="Consolas"/>
              </a:rPr>
              <a:t>input </a:t>
            </a:r>
            <a:r>
              <a:rPr lang="en-US" sz="1400" dirty="0">
                <a:solidFill>
                  <a:srgbClr val="7F007F"/>
                </a:solidFill>
                <a:latin typeface="Consolas"/>
              </a:rPr>
              <a:t>type</a:t>
            </a:r>
            <a:r>
              <a:rPr lang="en-US" sz="1400" dirty="0">
                <a:solidFill>
                  <a:srgbClr val="000000"/>
                </a:solidFill>
                <a:latin typeface="Consolas"/>
              </a:rPr>
              <a:t>=</a:t>
            </a:r>
            <a:r>
              <a:rPr lang="en-US" sz="1400" i="1" dirty="0">
                <a:solidFill>
                  <a:srgbClr val="2A00FF"/>
                </a:solidFill>
                <a:latin typeface="Consolas"/>
              </a:rPr>
              <a:t>"checkbox" </a:t>
            </a:r>
            <a:r>
              <a:rPr lang="en-US" sz="1400" i="1" dirty="0">
                <a:solidFill>
                  <a:srgbClr val="7F007F"/>
                </a:solidFill>
                <a:latin typeface="Consolas"/>
              </a:rPr>
              <a:t>name</a:t>
            </a:r>
            <a:r>
              <a:rPr lang="en-US" sz="1400" i="1" dirty="0">
                <a:solidFill>
                  <a:srgbClr val="000000"/>
                </a:solidFill>
                <a:latin typeface="Consolas"/>
              </a:rPr>
              <a:t>=</a:t>
            </a:r>
            <a:r>
              <a:rPr lang="en-US" sz="1400" i="1" dirty="0">
                <a:solidFill>
                  <a:srgbClr val="2A00FF"/>
                </a:solidFill>
                <a:latin typeface="Consolas"/>
              </a:rPr>
              <a:t>"</a:t>
            </a:r>
            <a:r>
              <a:rPr lang="en-US" sz="1400" i="1" dirty="0" err="1">
                <a:solidFill>
                  <a:srgbClr val="2A00FF"/>
                </a:solidFill>
                <a:latin typeface="Consolas"/>
              </a:rPr>
              <a:t>productID</a:t>
            </a:r>
            <a:r>
              <a:rPr lang="en-US" sz="1400" i="1" dirty="0">
                <a:solidFill>
                  <a:srgbClr val="2A00FF"/>
                </a:solidFill>
                <a:latin typeface="Consolas"/>
              </a:rPr>
              <a:t>" </a:t>
            </a:r>
            <a:r>
              <a:rPr lang="en-US" sz="1400" i="1" dirty="0">
                <a:solidFill>
                  <a:srgbClr val="7F007F"/>
                </a:solidFill>
                <a:latin typeface="Consolas"/>
              </a:rPr>
              <a:t>value</a:t>
            </a:r>
            <a:r>
              <a:rPr lang="en-US" sz="1400" i="1" dirty="0">
                <a:solidFill>
                  <a:srgbClr val="000000"/>
                </a:solidFill>
                <a:latin typeface="Consolas"/>
              </a:rPr>
              <a:t>=</a:t>
            </a:r>
            <a:r>
              <a:rPr lang="en-US" sz="1400" i="1" dirty="0">
                <a:solidFill>
                  <a:srgbClr val="2A00FF"/>
                </a:solidFill>
                <a:latin typeface="Consolas"/>
              </a:rPr>
              <a:t>"100"</a:t>
            </a:r>
            <a:r>
              <a:rPr lang="en-US" sz="1400" i="1" dirty="0">
                <a:solidFill>
                  <a:srgbClr val="008080"/>
                </a:solidFill>
                <a:latin typeface="Consolas"/>
              </a:rPr>
              <a:t>&gt;</a:t>
            </a:r>
          </a:p>
          <a:p>
            <a:pPr>
              <a:spcBef>
                <a:spcPts val="600"/>
              </a:spcBef>
              <a:defRPr/>
            </a:pPr>
            <a:r>
              <a:rPr lang="en-US" sz="1400" i="1" dirty="0">
                <a:solidFill>
                  <a:srgbClr val="008080"/>
                </a:solidFill>
                <a:latin typeface="Consolas"/>
              </a:rPr>
              <a:t>	</a:t>
            </a:r>
            <a:r>
              <a:rPr lang="en-US" sz="1400" i="1" dirty="0">
                <a:solidFill>
                  <a:srgbClr val="000000"/>
                </a:solidFill>
                <a:latin typeface="Consolas"/>
              </a:rPr>
              <a:t>CD MP3 </a:t>
            </a:r>
            <a:r>
              <a:rPr lang="en-US" sz="1400" dirty="0">
                <a:solidFill>
                  <a:srgbClr val="000000"/>
                </a:solidFill>
                <a:latin typeface="Consolas"/>
              </a:rPr>
              <a:t>Converter Kit For Your CAR</a:t>
            </a:r>
            <a:r>
              <a:rPr lang="en-US" sz="1400" dirty="0">
                <a:solidFill>
                  <a:srgbClr val="008080"/>
                </a:solidFill>
                <a:latin typeface="Consolas"/>
              </a:rPr>
              <a:t>&lt;</a:t>
            </a:r>
            <a:r>
              <a:rPr lang="en-US" sz="1400" dirty="0" err="1">
                <a:solidFill>
                  <a:srgbClr val="3F7F7F"/>
                </a:solidFill>
                <a:latin typeface="Consolas"/>
              </a:rPr>
              <a:t>br</a:t>
            </a:r>
            <a:r>
              <a:rPr lang="en-US" sz="1400" dirty="0">
                <a:solidFill>
                  <a:srgbClr val="008080"/>
                </a:solidFill>
                <a:latin typeface="Consolas"/>
              </a:rPr>
              <a:t>&gt;</a:t>
            </a:r>
            <a:r>
              <a:rPr lang="en-US" sz="1400" dirty="0">
                <a:solidFill>
                  <a:srgbClr val="000000"/>
                </a:solidFill>
                <a:latin typeface="Consolas"/>
              </a:rPr>
              <a:t> </a:t>
            </a:r>
          </a:p>
          <a:p>
            <a:pPr lvl="1">
              <a:spcBef>
                <a:spcPts val="600"/>
              </a:spcBef>
              <a:defRPr/>
            </a:pPr>
            <a:r>
              <a:rPr lang="en-US" sz="1400" dirty="0">
                <a:solidFill>
                  <a:srgbClr val="008080"/>
                </a:solidFill>
                <a:latin typeface="Consolas"/>
              </a:rPr>
              <a:t>&lt;</a:t>
            </a:r>
            <a:r>
              <a:rPr lang="en-US" sz="1400" dirty="0">
                <a:solidFill>
                  <a:srgbClr val="3F7F7F"/>
                </a:solidFill>
                <a:latin typeface="Consolas"/>
              </a:rPr>
              <a:t>input </a:t>
            </a:r>
            <a:r>
              <a:rPr lang="en-US" sz="1400" dirty="0">
                <a:solidFill>
                  <a:srgbClr val="7F007F"/>
                </a:solidFill>
                <a:latin typeface="Consolas"/>
              </a:rPr>
              <a:t>type</a:t>
            </a:r>
            <a:r>
              <a:rPr lang="en-US" sz="1400" dirty="0">
                <a:solidFill>
                  <a:srgbClr val="000000"/>
                </a:solidFill>
                <a:latin typeface="Consolas"/>
              </a:rPr>
              <a:t>=</a:t>
            </a:r>
            <a:r>
              <a:rPr lang="en-US" sz="1400" i="1" dirty="0">
                <a:solidFill>
                  <a:srgbClr val="2A00FF"/>
                </a:solidFill>
                <a:latin typeface="Consolas"/>
              </a:rPr>
              <a:t>"checkbox“ </a:t>
            </a:r>
            <a:r>
              <a:rPr lang="en-US" sz="1400" dirty="0">
                <a:solidFill>
                  <a:srgbClr val="7F007F"/>
                </a:solidFill>
                <a:latin typeface="Consolas"/>
              </a:rPr>
              <a:t>name</a:t>
            </a:r>
            <a:r>
              <a:rPr lang="en-US" sz="1400" dirty="0">
                <a:solidFill>
                  <a:srgbClr val="000000"/>
                </a:solidFill>
                <a:latin typeface="Consolas"/>
              </a:rPr>
              <a:t>=</a:t>
            </a:r>
            <a:r>
              <a:rPr lang="en-US" sz="1400" i="1" dirty="0">
                <a:solidFill>
                  <a:srgbClr val="2A00FF"/>
                </a:solidFill>
                <a:latin typeface="Consolas"/>
              </a:rPr>
              <a:t>"</a:t>
            </a:r>
            <a:r>
              <a:rPr lang="en-US" sz="1400" i="1" dirty="0" err="1">
                <a:solidFill>
                  <a:srgbClr val="2A00FF"/>
                </a:solidFill>
                <a:latin typeface="Consolas"/>
              </a:rPr>
              <a:t>productID</a:t>
            </a:r>
            <a:r>
              <a:rPr lang="en-US" sz="1400" i="1" dirty="0">
                <a:solidFill>
                  <a:srgbClr val="2A00FF"/>
                </a:solidFill>
                <a:latin typeface="Consolas"/>
              </a:rPr>
              <a:t>" </a:t>
            </a:r>
            <a:r>
              <a:rPr lang="en-US" sz="1400" i="1" dirty="0">
                <a:solidFill>
                  <a:srgbClr val="7F007F"/>
                </a:solidFill>
                <a:latin typeface="Consolas"/>
              </a:rPr>
              <a:t>value</a:t>
            </a:r>
            <a:r>
              <a:rPr lang="en-US" sz="1400" i="1" dirty="0">
                <a:solidFill>
                  <a:srgbClr val="000000"/>
                </a:solidFill>
                <a:latin typeface="Consolas"/>
              </a:rPr>
              <a:t>=</a:t>
            </a:r>
            <a:r>
              <a:rPr lang="en-US" sz="1400" i="1" dirty="0">
                <a:solidFill>
                  <a:srgbClr val="2A00FF"/>
                </a:solidFill>
                <a:latin typeface="Consolas"/>
              </a:rPr>
              <a:t>"101"</a:t>
            </a:r>
            <a:r>
              <a:rPr lang="en-US" sz="1400" i="1" dirty="0">
                <a:solidFill>
                  <a:srgbClr val="008080"/>
                </a:solidFill>
                <a:latin typeface="Consolas"/>
              </a:rPr>
              <a:t>&gt;</a:t>
            </a:r>
          </a:p>
          <a:p>
            <a:pPr>
              <a:spcBef>
                <a:spcPts val="600"/>
              </a:spcBef>
              <a:defRPr/>
            </a:pPr>
            <a:r>
              <a:rPr lang="en-US" sz="1400" i="1" dirty="0">
                <a:solidFill>
                  <a:srgbClr val="008080"/>
                </a:solidFill>
                <a:latin typeface="Consolas"/>
              </a:rPr>
              <a:t>	</a:t>
            </a:r>
            <a:r>
              <a:rPr lang="en-US" sz="1400" i="1" dirty="0">
                <a:solidFill>
                  <a:srgbClr val="000000"/>
                </a:solidFill>
                <a:latin typeface="Consolas"/>
              </a:rPr>
              <a:t>Front Loading Car MP3/CD Player </a:t>
            </a:r>
            <a:r>
              <a:rPr lang="en-US" sz="1400" dirty="0">
                <a:solidFill>
                  <a:srgbClr val="000000"/>
                </a:solidFill>
                <a:latin typeface="Consolas"/>
              </a:rPr>
              <a:t>With Anti Shock Memory and FM</a:t>
            </a:r>
            <a:r>
              <a:rPr lang="en-US" sz="1400" dirty="0">
                <a:solidFill>
                  <a:srgbClr val="008080"/>
                </a:solidFill>
                <a:latin typeface="Consolas"/>
              </a:rPr>
              <a:t>&lt;</a:t>
            </a:r>
            <a:r>
              <a:rPr lang="en-US" sz="1400" dirty="0" err="1">
                <a:solidFill>
                  <a:srgbClr val="3F7F7F"/>
                </a:solidFill>
                <a:latin typeface="Consolas"/>
              </a:rPr>
              <a:t>br</a:t>
            </a:r>
            <a:r>
              <a:rPr lang="en-US" sz="1400" dirty="0">
                <a:solidFill>
                  <a:srgbClr val="008080"/>
                </a:solidFill>
                <a:latin typeface="Consolas"/>
              </a:rPr>
              <a:t>&gt;</a:t>
            </a:r>
            <a:r>
              <a:rPr lang="en-US" sz="1400" dirty="0">
                <a:solidFill>
                  <a:srgbClr val="000000"/>
                </a:solidFill>
                <a:latin typeface="Consolas"/>
              </a:rPr>
              <a:t> </a:t>
            </a:r>
          </a:p>
          <a:p>
            <a:pPr lvl="1">
              <a:spcBef>
                <a:spcPts val="600"/>
              </a:spcBef>
              <a:defRPr/>
            </a:pPr>
            <a:r>
              <a:rPr lang="en-US" sz="1400" dirty="0">
                <a:solidFill>
                  <a:srgbClr val="008080"/>
                </a:solidFill>
                <a:latin typeface="Consolas"/>
              </a:rPr>
              <a:t>&lt;</a:t>
            </a:r>
            <a:r>
              <a:rPr lang="en-US" sz="1400" dirty="0">
                <a:solidFill>
                  <a:srgbClr val="3F7F7F"/>
                </a:solidFill>
                <a:latin typeface="Consolas"/>
              </a:rPr>
              <a:t>input </a:t>
            </a:r>
            <a:r>
              <a:rPr lang="en-US" sz="1400" dirty="0">
                <a:solidFill>
                  <a:srgbClr val="7F007F"/>
                </a:solidFill>
                <a:latin typeface="Consolas"/>
              </a:rPr>
              <a:t>type</a:t>
            </a:r>
            <a:r>
              <a:rPr lang="en-US" sz="1400" dirty="0">
                <a:solidFill>
                  <a:srgbClr val="000000"/>
                </a:solidFill>
                <a:latin typeface="Consolas"/>
              </a:rPr>
              <a:t>=</a:t>
            </a:r>
            <a:r>
              <a:rPr lang="en-US" sz="1400" i="1" dirty="0">
                <a:solidFill>
                  <a:srgbClr val="2A00FF"/>
                </a:solidFill>
                <a:latin typeface="Consolas"/>
              </a:rPr>
              <a:t>"checkbox“ </a:t>
            </a:r>
            <a:r>
              <a:rPr lang="en-US" sz="1400" dirty="0">
                <a:solidFill>
                  <a:srgbClr val="7F007F"/>
                </a:solidFill>
                <a:latin typeface="Consolas"/>
              </a:rPr>
              <a:t>name</a:t>
            </a:r>
            <a:r>
              <a:rPr lang="en-US" sz="1400" dirty="0">
                <a:solidFill>
                  <a:srgbClr val="000000"/>
                </a:solidFill>
                <a:latin typeface="Consolas"/>
              </a:rPr>
              <a:t>=</a:t>
            </a:r>
            <a:r>
              <a:rPr lang="en-US" sz="1400" i="1" dirty="0">
                <a:solidFill>
                  <a:srgbClr val="2A00FF"/>
                </a:solidFill>
                <a:latin typeface="Consolas"/>
              </a:rPr>
              <a:t>"</a:t>
            </a:r>
            <a:r>
              <a:rPr lang="en-US" sz="1400" i="1" dirty="0" err="1">
                <a:solidFill>
                  <a:srgbClr val="2A00FF"/>
                </a:solidFill>
                <a:latin typeface="Consolas"/>
              </a:rPr>
              <a:t>productID</a:t>
            </a:r>
            <a:r>
              <a:rPr lang="en-US" sz="1400" i="1" dirty="0">
                <a:solidFill>
                  <a:srgbClr val="2A00FF"/>
                </a:solidFill>
                <a:latin typeface="Consolas"/>
              </a:rPr>
              <a:t>" </a:t>
            </a:r>
            <a:r>
              <a:rPr lang="en-US" sz="1400" i="1" dirty="0">
                <a:solidFill>
                  <a:srgbClr val="7F007F"/>
                </a:solidFill>
                <a:latin typeface="Consolas"/>
              </a:rPr>
              <a:t>value</a:t>
            </a:r>
            <a:r>
              <a:rPr lang="en-US" sz="1400" i="1" dirty="0">
                <a:solidFill>
                  <a:srgbClr val="000000"/>
                </a:solidFill>
                <a:latin typeface="Consolas"/>
              </a:rPr>
              <a:t>=</a:t>
            </a:r>
            <a:r>
              <a:rPr lang="en-US" sz="1400" i="1" dirty="0">
                <a:solidFill>
                  <a:srgbClr val="2A00FF"/>
                </a:solidFill>
                <a:latin typeface="Consolas"/>
              </a:rPr>
              <a:t>"102"</a:t>
            </a:r>
            <a:r>
              <a:rPr lang="en-US" sz="1400" i="1" dirty="0">
                <a:solidFill>
                  <a:srgbClr val="008080"/>
                </a:solidFill>
                <a:latin typeface="Consolas"/>
              </a:rPr>
              <a:t>&gt;</a:t>
            </a:r>
          </a:p>
          <a:p>
            <a:pPr>
              <a:spcBef>
                <a:spcPts val="600"/>
              </a:spcBef>
              <a:defRPr/>
            </a:pPr>
            <a:r>
              <a:rPr lang="en-US" sz="1400" i="1" dirty="0">
                <a:solidFill>
                  <a:srgbClr val="008080"/>
                </a:solidFill>
                <a:latin typeface="Consolas"/>
              </a:rPr>
              <a:t>	</a:t>
            </a:r>
            <a:r>
              <a:rPr lang="en-US" sz="1400" i="1" dirty="0">
                <a:solidFill>
                  <a:srgbClr val="000000"/>
                </a:solidFill>
                <a:latin typeface="Consolas"/>
              </a:rPr>
              <a:t>CAR/Home DVD/VCD/MP3 </a:t>
            </a:r>
            <a:r>
              <a:rPr lang="en-US" sz="1400" i="1" dirty="0" err="1">
                <a:solidFill>
                  <a:srgbClr val="000000"/>
                </a:solidFill>
                <a:latin typeface="Consolas"/>
              </a:rPr>
              <a:t>Playerwith</a:t>
            </a:r>
            <a:r>
              <a:rPr lang="en-US" sz="1400" i="1" dirty="0">
                <a:solidFill>
                  <a:srgbClr val="000000"/>
                </a:solidFill>
                <a:latin typeface="Consolas"/>
              </a:rPr>
              <a:t> </a:t>
            </a:r>
            <a:r>
              <a:rPr lang="en-US" sz="1400" dirty="0">
                <a:solidFill>
                  <a:srgbClr val="000000"/>
                </a:solidFill>
                <a:latin typeface="Consolas"/>
              </a:rPr>
              <a:t>anti shock for Indian Roads</a:t>
            </a:r>
            <a:r>
              <a:rPr lang="en-US" sz="1400" dirty="0">
                <a:solidFill>
                  <a:srgbClr val="008080"/>
                </a:solidFill>
                <a:latin typeface="Consolas"/>
              </a:rPr>
              <a:t>&lt;</a:t>
            </a:r>
            <a:r>
              <a:rPr lang="en-US" sz="1400" dirty="0" err="1">
                <a:solidFill>
                  <a:srgbClr val="3F7F7F"/>
                </a:solidFill>
                <a:latin typeface="Consolas"/>
              </a:rPr>
              <a:t>br</a:t>
            </a:r>
            <a:r>
              <a:rPr lang="en-US" sz="1400" dirty="0">
                <a:solidFill>
                  <a:srgbClr val="008080"/>
                </a:solidFill>
                <a:latin typeface="Consolas"/>
              </a:rPr>
              <a:t>&gt;</a:t>
            </a:r>
            <a:endParaRPr lang="en-US" sz="1400" dirty="0">
              <a:solidFill>
                <a:srgbClr val="000000"/>
              </a:solidFill>
              <a:latin typeface="Consolas"/>
            </a:endParaRPr>
          </a:p>
          <a:p>
            <a:pPr lvl="1">
              <a:spcBef>
                <a:spcPts val="600"/>
              </a:spcBef>
              <a:defRPr/>
            </a:pPr>
            <a:r>
              <a:rPr lang="en-US" sz="1400" dirty="0">
                <a:solidFill>
                  <a:srgbClr val="008080"/>
                </a:solidFill>
                <a:latin typeface="Consolas"/>
              </a:rPr>
              <a:t>// Submits the user input to URL</a:t>
            </a:r>
            <a:endParaRPr lang="en-US" sz="1400" dirty="0">
              <a:solidFill>
                <a:srgbClr val="000000"/>
              </a:solidFill>
              <a:latin typeface="Consolas"/>
            </a:endParaRPr>
          </a:p>
          <a:p>
            <a:pPr lvl="1">
              <a:spcBef>
                <a:spcPts val="600"/>
              </a:spcBef>
              <a:defRPr/>
            </a:pPr>
            <a:r>
              <a:rPr lang="en-US" sz="1400" dirty="0">
                <a:solidFill>
                  <a:srgbClr val="008080"/>
                </a:solidFill>
                <a:latin typeface="Consolas"/>
              </a:rPr>
              <a:t>&lt;</a:t>
            </a:r>
            <a:r>
              <a:rPr lang="en-US" sz="1400" dirty="0">
                <a:solidFill>
                  <a:srgbClr val="3F7F7F"/>
                </a:solidFill>
                <a:latin typeface="Consolas"/>
              </a:rPr>
              <a:t>input </a:t>
            </a:r>
            <a:r>
              <a:rPr lang="en-US" sz="1400" dirty="0">
                <a:solidFill>
                  <a:srgbClr val="7F007F"/>
                </a:solidFill>
                <a:latin typeface="Consolas"/>
              </a:rPr>
              <a:t>type</a:t>
            </a:r>
            <a:r>
              <a:rPr lang="en-US" sz="1400" dirty="0">
                <a:solidFill>
                  <a:srgbClr val="000000"/>
                </a:solidFill>
                <a:latin typeface="Consolas"/>
              </a:rPr>
              <a:t>=</a:t>
            </a:r>
            <a:r>
              <a:rPr lang="en-US" sz="1400" i="1" dirty="0">
                <a:solidFill>
                  <a:srgbClr val="2A00FF"/>
                </a:solidFill>
                <a:latin typeface="Consolas"/>
              </a:rPr>
              <a:t>"submit“ </a:t>
            </a:r>
            <a:r>
              <a:rPr lang="en-US" sz="1400" dirty="0">
                <a:solidFill>
                  <a:srgbClr val="7F007F"/>
                </a:solidFill>
                <a:latin typeface="Consolas"/>
              </a:rPr>
              <a:t>name</a:t>
            </a:r>
            <a:r>
              <a:rPr lang="en-US" sz="1400" dirty="0">
                <a:solidFill>
                  <a:srgbClr val="000000"/>
                </a:solidFill>
                <a:latin typeface="Consolas"/>
              </a:rPr>
              <a:t>=</a:t>
            </a:r>
            <a:r>
              <a:rPr lang="en-US" sz="1400" i="1" dirty="0">
                <a:solidFill>
                  <a:srgbClr val="2A00FF"/>
                </a:solidFill>
                <a:latin typeface="Consolas"/>
              </a:rPr>
              <a:t>"Submit" </a:t>
            </a:r>
            <a:r>
              <a:rPr lang="en-US" sz="1400" i="1" dirty="0">
                <a:solidFill>
                  <a:srgbClr val="7F007F"/>
                </a:solidFill>
                <a:latin typeface="Consolas"/>
              </a:rPr>
              <a:t>value</a:t>
            </a:r>
            <a:r>
              <a:rPr lang="en-US" sz="1400" i="1" dirty="0">
                <a:solidFill>
                  <a:srgbClr val="000000"/>
                </a:solidFill>
                <a:latin typeface="Consolas"/>
              </a:rPr>
              <a:t>=</a:t>
            </a:r>
            <a:r>
              <a:rPr lang="en-US" sz="1400" i="1" dirty="0">
                <a:solidFill>
                  <a:srgbClr val="2A00FF"/>
                </a:solidFill>
                <a:latin typeface="Consolas"/>
              </a:rPr>
              <a:t>"Add to Cart"</a:t>
            </a:r>
            <a:r>
              <a:rPr lang="en-US" sz="1400" i="1" dirty="0">
                <a:solidFill>
                  <a:srgbClr val="008080"/>
                </a:solidFill>
                <a:latin typeface="Consolas"/>
              </a:rPr>
              <a:t>&gt;&lt;</a:t>
            </a:r>
            <a:r>
              <a:rPr lang="en-US" sz="1400" i="1" dirty="0" err="1">
                <a:solidFill>
                  <a:srgbClr val="3F7F7F"/>
                </a:solidFill>
                <a:latin typeface="Consolas"/>
              </a:rPr>
              <a:t>br</a:t>
            </a:r>
            <a:r>
              <a:rPr lang="en-US" sz="1400" i="1" dirty="0">
                <a:solidFill>
                  <a:srgbClr val="008080"/>
                </a:solidFill>
                <a:latin typeface="Consolas"/>
              </a:rPr>
              <a:t>&gt;</a:t>
            </a:r>
          </a:p>
          <a:p>
            <a:pPr>
              <a:spcBef>
                <a:spcPts val="600"/>
              </a:spcBef>
              <a:defRPr/>
            </a:pPr>
            <a:r>
              <a:rPr lang="en-US" sz="1400" dirty="0">
                <a:solidFill>
                  <a:srgbClr val="008080"/>
                </a:solidFill>
                <a:latin typeface="Consolas"/>
              </a:rPr>
              <a:t>&lt;/</a:t>
            </a:r>
            <a:r>
              <a:rPr lang="en-US" sz="1400" dirty="0">
                <a:solidFill>
                  <a:srgbClr val="3F7F7F"/>
                </a:solidFill>
                <a:latin typeface="Consolas"/>
              </a:rPr>
              <a:t>form</a:t>
            </a:r>
            <a:r>
              <a:rPr lang="en-US" sz="1400" dirty="0">
                <a:solidFill>
                  <a:srgbClr val="008080"/>
                </a:solidFill>
                <a:latin typeface="Consolas"/>
              </a:rPr>
              <a:t>&gt;</a:t>
            </a:r>
            <a:endParaRPr lang="en-GB" altLang="en-US" sz="1400" dirty="0"/>
          </a:p>
        </p:txBody>
      </p:sp>
      <p:pic>
        <p:nvPicPr>
          <p:cNvPr id="12" name="Picture 8" descr="fig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238" y="2671762"/>
            <a:ext cx="4043362"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2653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cs typeface="Times New Roman" panose="02020603050405020304" pitchFamily="18" charset="0"/>
                </a:rPr>
                <a:t>Session Tracking (</a:t>
              </a:r>
              <a:r>
                <a:rPr lang="en-US" altLang="zh-CN" sz="2800" b="1" dirty="0" err="1">
                  <a:solidFill>
                    <a:schemeClr val="bg1"/>
                  </a:solidFill>
                  <a:latin typeface="Times New Roman" panose="02020603050405020304" pitchFamily="18" charset="0"/>
                  <a:cs typeface="Times New Roman" panose="02020603050405020304" pitchFamily="18" charset="0"/>
                </a:rPr>
                <a:t>Viết</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lại</a:t>
              </a:r>
              <a:r>
                <a:rPr lang="en-US" altLang="zh-CN" sz="2800" b="1" dirty="0">
                  <a:solidFill>
                    <a:schemeClr val="bg1"/>
                  </a:solidFill>
                  <a:latin typeface="Times New Roman" panose="02020603050405020304" pitchFamily="18" charset="0"/>
                  <a:cs typeface="Times New Roman" panose="02020603050405020304" pitchFamily="18" charset="0"/>
                </a:rPr>
                <a:t> URL)</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13" name="Rectangle 12"/>
          <p:cNvSpPr>
            <a:spLocks noChangeArrowheads="1"/>
          </p:cNvSpPr>
          <p:nvPr/>
        </p:nvSpPr>
        <p:spPr bwMode="auto">
          <a:xfrm>
            <a:off x="1744184" y="1883589"/>
            <a:ext cx="8758113" cy="4032448"/>
          </a:xfrm>
          <a:prstGeom prst="rect">
            <a:avLst/>
          </a:prstGeom>
          <a:noFill/>
          <a:ln>
            <a:headEnd/>
            <a:tailEnd/>
          </a:ln>
        </p:spPr>
        <p:style>
          <a:lnRef idx="1">
            <a:schemeClr val="accent3"/>
          </a:lnRef>
          <a:fillRef idx="2">
            <a:schemeClr val="accent3"/>
          </a:fillRef>
          <a:effectRef idx="1">
            <a:schemeClr val="accent3"/>
          </a:effectRef>
          <a:fontRef idx="minor">
            <a:schemeClr val="dk1"/>
          </a:fontRef>
        </p:style>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ts val="600"/>
              </a:spcBef>
              <a:defRPr/>
            </a:pPr>
            <a:r>
              <a:rPr lang="en-US" dirty="0">
                <a:solidFill>
                  <a:srgbClr val="008080"/>
                </a:solidFill>
                <a:latin typeface="Consolas"/>
              </a:rPr>
              <a:t>// URL for server side program after the user selects a product </a:t>
            </a:r>
          </a:p>
          <a:p>
            <a:pPr>
              <a:spcBef>
                <a:spcPts val="600"/>
              </a:spcBef>
              <a:defRPr/>
            </a:pPr>
            <a:r>
              <a:rPr lang="en-US" dirty="0">
                <a:solidFill>
                  <a:srgbClr val="008080"/>
                </a:solidFill>
                <a:latin typeface="Consolas"/>
              </a:rPr>
              <a:t>// and goes to another page</a:t>
            </a:r>
          </a:p>
          <a:p>
            <a:pPr>
              <a:spcBef>
                <a:spcPts val="600"/>
              </a:spcBef>
              <a:defRPr/>
            </a:pPr>
            <a:r>
              <a:rPr lang="en-US" dirty="0">
                <a:solidFill>
                  <a:srgbClr val="008080"/>
                </a:solidFill>
                <a:latin typeface="Consolas"/>
              </a:rPr>
              <a:t>&lt;</a:t>
            </a:r>
            <a:r>
              <a:rPr lang="en-US" dirty="0">
                <a:solidFill>
                  <a:srgbClr val="3F7F7F"/>
                </a:solidFill>
                <a:highlight>
                  <a:srgbClr val="D4D4D4"/>
                </a:highlight>
                <a:latin typeface="Consolas"/>
              </a:rPr>
              <a:t>form </a:t>
            </a:r>
            <a:r>
              <a:rPr lang="en-US" dirty="0">
                <a:solidFill>
                  <a:srgbClr val="7F007F"/>
                </a:solidFill>
                <a:highlight>
                  <a:srgbClr val="D4D4D4"/>
                </a:highlight>
                <a:latin typeface="Consolas"/>
              </a:rPr>
              <a:t>method</a:t>
            </a:r>
            <a:r>
              <a:rPr lang="en-US" dirty="0">
                <a:solidFill>
                  <a:srgbClr val="000000"/>
                </a:solidFill>
                <a:highlight>
                  <a:srgbClr val="D4D4D4"/>
                </a:highlight>
                <a:latin typeface="Consolas"/>
              </a:rPr>
              <a:t>=</a:t>
            </a:r>
            <a:r>
              <a:rPr lang="en-US" i="1" dirty="0">
                <a:solidFill>
                  <a:srgbClr val="2A00FF"/>
                </a:solidFill>
                <a:highlight>
                  <a:srgbClr val="D4D4D4"/>
                </a:highlight>
                <a:latin typeface="Consolas"/>
              </a:rPr>
              <a:t>"post" </a:t>
            </a:r>
            <a:r>
              <a:rPr lang="en-US" i="1" dirty="0">
                <a:solidFill>
                  <a:srgbClr val="7F007F"/>
                </a:solidFill>
                <a:highlight>
                  <a:srgbClr val="D4D4D4"/>
                </a:highlight>
                <a:latin typeface="Consolas"/>
              </a:rPr>
              <a:t>action</a:t>
            </a:r>
            <a:r>
              <a:rPr lang="en-US" i="1" dirty="0">
                <a:solidFill>
                  <a:srgbClr val="000000"/>
                </a:solidFill>
                <a:highlight>
                  <a:srgbClr val="D4D4D4"/>
                </a:highlight>
                <a:latin typeface="Consolas"/>
              </a:rPr>
              <a:t>=</a:t>
            </a:r>
            <a:r>
              <a:rPr lang="en-US" i="1" dirty="0">
                <a:solidFill>
                  <a:srgbClr val="2A00FF"/>
                </a:solidFill>
                <a:highlight>
                  <a:srgbClr val="D4D4D4"/>
                </a:highlight>
                <a:latin typeface="Consolas"/>
              </a:rPr>
              <a:t>"</a:t>
            </a:r>
            <a:r>
              <a:rPr lang="en-US" i="1" dirty="0" err="1">
                <a:solidFill>
                  <a:srgbClr val="2A00FF"/>
                </a:solidFill>
                <a:highlight>
                  <a:srgbClr val="D4D4D4"/>
                </a:highlight>
                <a:latin typeface="Consolas"/>
              </a:rPr>
              <a:t>serverprogram.jsp?productID</a:t>
            </a:r>
            <a:r>
              <a:rPr lang="en-US" i="1" dirty="0">
                <a:solidFill>
                  <a:srgbClr val="2A00FF"/>
                </a:solidFill>
                <a:highlight>
                  <a:srgbClr val="D4D4D4"/>
                </a:highlight>
                <a:latin typeface="Consolas"/>
              </a:rPr>
              <a:t>=102"</a:t>
            </a:r>
            <a:r>
              <a:rPr lang="en-US" i="1" dirty="0">
                <a:solidFill>
                  <a:srgbClr val="008080"/>
                </a:solidFill>
                <a:highlight>
                  <a:srgbClr val="D4D4D4"/>
                </a:highlight>
                <a:latin typeface="Consolas"/>
              </a:rPr>
              <a:t>&gt;</a:t>
            </a:r>
          </a:p>
          <a:p>
            <a:pPr lvl="1">
              <a:spcBef>
                <a:spcPts val="600"/>
              </a:spcBef>
              <a:defRPr/>
            </a:pPr>
            <a:r>
              <a:rPr lang="en-US" dirty="0">
                <a:solidFill>
                  <a:srgbClr val="008080"/>
                </a:solidFill>
                <a:latin typeface="Consolas"/>
              </a:rPr>
              <a:t>// Provides check box for different products</a:t>
            </a:r>
          </a:p>
          <a:p>
            <a:pPr lvl="1">
              <a:spcBef>
                <a:spcPts val="600"/>
              </a:spcBef>
              <a:defRPr/>
            </a:pPr>
            <a:r>
              <a:rPr lang="en-US" dirty="0">
                <a:solidFill>
                  <a:srgbClr val="008080"/>
                </a:solidFill>
                <a:latin typeface="Consolas"/>
              </a:rPr>
              <a:t>&lt;</a:t>
            </a:r>
            <a:r>
              <a:rPr lang="en-US" dirty="0">
                <a:solidFill>
                  <a:srgbClr val="3F7F7F"/>
                </a:solidFill>
                <a:latin typeface="Consolas"/>
              </a:rPr>
              <a:t>input </a:t>
            </a:r>
            <a:r>
              <a:rPr lang="en-US" dirty="0">
                <a:solidFill>
                  <a:srgbClr val="7F007F"/>
                </a:solidFill>
                <a:latin typeface="Consolas"/>
              </a:rPr>
              <a:t>type</a:t>
            </a:r>
            <a:r>
              <a:rPr lang="en-US" dirty="0">
                <a:solidFill>
                  <a:srgbClr val="000000"/>
                </a:solidFill>
                <a:latin typeface="Consolas"/>
              </a:rPr>
              <a:t>=</a:t>
            </a:r>
            <a:r>
              <a:rPr lang="en-US" i="1" dirty="0">
                <a:solidFill>
                  <a:srgbClr val="2A00FF"/>
                </a:solidFill>
                <a:latin typeface="Consolas"/>
              </a:rPr>
              <a:t>"checkbox" </a:t>
            </a:r>
            <a:r>
              <a:rPr lang="en-US" i="1" dirty="0">
                <a:solidFill>
                  <a:srgbClr val="7F007F"/>
                </a:solidFill>
                <a:latin typeface="Consolas"/>
              </a:rPr>
              <a:t>name</a:t>
            </a:r>
            <a:r>
              <a:rPr lang="en-US" i="1" dirty="0">
                <a:solidFill>
                  <a:srgbClr val="000000"/>
                </a:solidFill>
                <a:latin typeface="Consolas"/>
              </a:rPr>
              <a:t>=</a:t>
            </a:r>
            <a:r>
              <a:rPr lang="en-US" i="1" dirty="0">
                <a:solidFill>
                  <a:srgbClr val="2A00FF"/>
                </a:solidFill>
                <a:latin typeface="Consolas"/>
              </a:rPr>
              <a:t>"</a:t>
            </a:r>
            <a:r>
              <a:rPr lang="en-US" i="1" dirty="0" err="1">
                <a:solidFill>
                  <a:srgbClr val="2A00FF"/>
                </a:solidFill>
                <a:latin typeface="Consolas"/>
              </a:rPr>
              <a:t>productID</a:t>
            </a:r>
            <a:r>
              <a:rPr lang="en-US" i="1" dirty="0">
                <a:solidFill>
                  <a:srgbClr val="2A00FF"/>
                </a:solidFill>
                <a:latin typeface="Consolas"/>
              </a:rPr>
              <a:t>" </a:t>
            </a:r>
            <a:r>
              <a:rPr lang="en-US" i="1" dirty="0">
                <a:solidFill>
                  <a:srgbClr val="7F007F"/>
                </a:solidFill>
                <a:latin typeface="Consolas"/>
              </a:rPr>
              <a:t>value</a:t>
            </a:r>
            <a:r>
              <a:rPr lang="en-US" i="1" dirty="0">
                <a:solidFill>
                  <a:srgbClr val="000000"/>
                </a:solidFill>
                <a:latin typeface="Consolas"/>
              </a:rPr>
              <a:t>=</a:t>
            </a:r>
            <a:r>
              <a:rPr lang="en-US" i="1" dirty="0">
                <a:solidFill>
                  <a:srgbClr val="2A00FF"/>
                </a:solidFill>
                <a:latin typeface="Consolas"/>
              </a:rPr>
              <a:t>"150"</a:t>
            </a:r>
            <a:r>
              <a:rPr lang="en-US" i="1" dirty="0">
                <a:solidFill>
                  <a:srgbClr val="008080"/>
                </a:solidFill>
                <a:latin typeface="Consolas"/>
              </a:rPr>
              <a:t>&gt;</a:t>
            </a:r>
          </a:p>
          <a:p>
            <a:pPr lvl="1">
              <a:spcBef>
                <a:spcPts val="600"/>
              </a:spcBef>
              <a:defRPr/>
            </a:pPr>
            <a:r>
              <a:rPr lang="en-US" i="1" dirty="0">
                <a:solidFill>
                  <a:srgbClr val="008080"/>
                </a:solidFill>
                <a:latin typeface="Consolas"/>
              </a:rPr>
              <a:t>			</a:t>
            </a:r>
            <a:r>
              <a:rPr lang="en-US" i="1" dirty="0">
                <a:solidFill>
                  <a:srgbClr val="000000"/>
                </a:solidFill>
                <a:latin typeface="Consolas"/>
              </a:rPr>
              <a:t>DVD Player with built in Amplifier </a:t>
            </a:r>
            <a:r>
              <a:rPr lang="en-US" i="1" dirty="0">
                <a:solidFill>
                  <a:srgbClr val="008080"/>
                </a:solidFill>
                <a:latin typeface="Consolas"/>
              </a:rPr>
              <a:t>&lt;</a:t>
            </a:r>
            <a:r>
              <a:rPr lang="en-US" i="1" dirty="0" err="1">
                <a:solidFill>
                  <a:srgbClr val="3F7F7F"/>
                </a:solidFill>
                <a:latin typeface="Consolas"/>
              </a:rPr>
              <a:t>br</a:t>
            </a:r>
            <a:r>
              <a:rPr lang="en-US" i="1" dirty="0">
                <a:solidFill>
                  <a:srgbClr val="008080"/>
                </a:solidFill>
                <a:latin typeface="Consolas"/>
              </a:rPr>
              <a:t>&gt;</a:t>
            </a:r>
            <a:r>
              <a:rPr lang="en-US" i="1" dirty="0">
                <a:solidFill>
                  <a:srgbClr val="000000"/>
                </a:solidFill>
                <a:latin typeface="Consolas"/>
              </a:rPr>
              <a:t> </a:t>
            </a:r>
          </a:p>
          <a:p>
            <a:pPr lvl="1">
              <a:spcBef>
                <a:spcPts val="600"/>
              </a:spcBef>
              <a:defRPr/>
            </a:pPr>
            <a:r>
              <a:rPr lang="en-US" dirty="0">
                <a:solidFill>
                  <a:srgbClr val="008080"/>
                </a:solidFill>
                <a:latin typeface="Consolas"/>
              </a:rPr>
              <a:t>&lt;</a:t>
            </a:r>
            <a:r>
              <a:rPr lang="en-US" dirty="0">
                <a:solidFill>
                  <a:srgbClr val="3F7F7F"/>
                </a:solidFill>
                <a:latin typeface="Consolas"/>
              </a:rPr>
              <a:t>input </a:t>
            </a:r>
            <a:r>
              <a:rPr lang="en-US" dirty="0">
                <a:solidFill>
                  <a:srgbClr val="7F007F"/>
                </a:solidFill>
                <a:latin typeface="Consolas"/>
              </a:rPr>
              <a:t>type</a:t>
            </a:r>
            <a:r>
              <a:rPr lang="en-US" dirty="0">
                <a:solidFill>
                  <a:srgbClr val="000000"/>
                </a:solidFill>
                <a:latin typeface="Consolas"/>
              </a:rPr>
              <a:t>=</a:t>
            </a:r>
            <a:r>
              <a:rPr lang="en-US" i="1" dirty="0">
                <a:solidFill>
                  <a:srgbClr val="2A00FF"/>
                </a:solidFill>
                <a:latin typeface="Consolas"/>
              </a:rPr>
              <a:t>"checkbox" </a:t>
            </a:r>
            <a:r>
              <a:rPr lang="en-US" i="1" dirty="0">
                <a:solidFill>
                  <a:srgbClr val="7F007F"/>
                </a:solidFill>
                <a:latin typeface="Consolas"/>
              </a:rPr>
              <a:t>name</a:t>
            </a:r>
            <a:r>
              <a:rPr lang="en-US" i="1" dirty="0">
                <a:solidFill>
                  <a:srgbClr val="000000"/>
                </a:solidFill>
                <a:latin typeface="Consolas"/>
              </a:rPr>
              <a:t>=</a:t>
            </a:r>
            <a:r>
              <a:rPr lang="en-US" i="1" dirty="0">
                <a:solidFill>
                  <a:srgbClr val="2A00FF"/>
                </a:solidFill>
                <a:latin typeface="Consolas"/>
              </a:rPr>
              <a:t>"</a:t>
            </a:r>
            <a:r>
              <a:rPr lang="en-US" i="1" dirty="0" err="1">
                <a:solidFill>
                  <a:srgbClr val="2A00FF"/>
                </a:solidFill>
                <a:latin typeface="Consolas"/>
              </a:rPr>
              <a:t>productID</a:t>
            </a:r>
            <a:r>
              <a:rPr lang="en-US" i="1" dirty="0">
                <a:solidFill>
                  <a:srgbClr val="2A00FF"/>
                </a:solidFill>
                <a:latin typeface="Consolas"/>
              </a:rPr>
              <a:t>" </a:t>
            </a:r>
            <a:r>
              <a:rPr lang="en-US" i="1" dirty="0">
                <a:solidFill>
                  <a:srgbClr val="7F007F"/>
                </a:solidFill>
                <a:latin typeface="Consolas"/>
              </a:rPr>
              <a:t>value</a:t>
            </a:r>
            <a:r>
              <a:rPr lang="en-US" i="1" dirty="0">
                <a:solidFill>
                  <a:srgbClr val="000000"/>
                </a:solidFill>
                <a:latin typeface="Consolas"/>
              </a:rPr>
              <a:t>=</a:t>
            </a:r>
            <a:r>
              <a:rPr lang="en-US" i="1" dirty="0">
                <a:solidFill>
                  <a:srgbClr val="2A00FF"/>
                </a:solidFill>
                <a:latin typeface="Consolas"/>
              </a:rPr>
              <a:t>"160"</a:t>
            </a:r>
            <a:r>
              <a:rPr lang="en-US" i="1" dirty="0">
                <a:solidFill>
                  <a:srgbClr val="008080"/>
                </a:solidFill>
                <a:latin typeface="Consolas"/>
              </a:rPr>
              <a:t>&gt;</a:t>
            </a:r>
          </a:p>
          <a:p>
            <a:pPr lvl="1">
              <a:spcBef>
                <a:spcPts val="600"/>
              </a:spcBef>
              <a:defRPr/>
            </a:pPr>
            <a:r>
              <a:rPr lang="en-US" i="1" dirty="0">
                <a:solidFill>
                  <a:srgbClr val="008080"/>
                </a:solidFill>
                <a:latin typeface="Consolas"/>
              </a:rPr>
              <a:t>			</a:t>
            </a:r>
            <a:r>
              <a:rPr lang="en-US" i="1" dirty="0">
                <a:solidFill>
                  <a:srgbClr val="000000"/>
                </a:solidFill>
                <a:latin typeface="Consolas"/>
              </a:rPr>
              <a:t>Ultra Slim DVD Player Multi Region 5.1 Digital</a:t>
            </a:r>
            <a:r>
              <a:rPr lang="en-US" i="1" dirty="0">
                <a:solidFill>
                  <a:srgbClr val="008080"/>
                </a:solidFill>
                <a:latin typeface="Consolas"/>
              </a:rPr>
              <a:t>&lt;</a:t>
            </a:r>
            <a:r>
              <a:rPr lang="en-US" i="1" dirty="0" err="1">
                <a:solidFill>
                  <a:srgbClr val="3F7F7F"/>
                </a:solidFill>
                <a:latin typeface="Consolas"/>
              </a:rPr>
              <a:t>br</a:t>
            </a:r>
            <a:r>
              <a:rPr lang="en-US" i="1" dirty="0">
                <a:solidFill>
                  <a:srgbClr val="008080"/>
                </a:solidFill>
                <a:latin typeface="Consolas"/>
              </a:rPr>
              <a:t>&gt;</a:t>
            </a:r>
            <a:r>
              <a:rPr lang="en-US" i="1" dirty="0">
                <a:solidFill>
                  <a:srgbClr val="000000"/>
                </a:solidFill>
                <a:latin typeface="Consolas"/>
              </a:rPr>
              <a:t> </a:t>
            </a:r>
          </a:p>
          <a:p>
            <a:pPr lvl="1">
              <a:spcBef>
                <a:spcPts val="600"/>
              </a:spcBef>
              <a:defRPr/>
            </a:pPr>
            <a:r>
              <a:rPr lang="en-US" dirty="0">
                <a:solidFill>
                  <a:srgbClr val="008080"/>
                </a:solidFill>
                <a:latin typeface="Consolas"/>
              </a:rPr>
              <a:t>// Submits input to the URL</a:t>
            </a:r>
          </a:p>
          <a:p>
            <a:pPr lvl="1">
              <a:spcBef>
                <a:spcPts val="600"/>
              </a:spcBef>
              <a:defRPr/>
            </a:pPr>
            <a:r>
              <a:rPr lang="en-US" dirty="0">
                <a:solidFill>
                  <a:srgbClr val="008080"/>
                </a:solidFill>
                <a:latin typeface="Consolas"/>
              </a:rPr>
              <a:t>&lt;</a:t>
            </a:r>
            <a:r>
              <a:rPr lang="en-US" dirty="0">
                <a:solidFill>
                  <a:srgbClr val="3F7F7F"/>
                </a:solidFill>
                <a:latin typeface="Consolas"/>
              </a:rPr>
              <a:t>input </a:t>
            </a:r>
            <a:r>
              <a:rPr lang="en-US" dirty="0">
                <a:solidFill>
                  <a:srgbClr val="7F007F"/>
                </a:solidFill>
                <a:latin typeface="Consolas"/>
              </a:rPr>
              <a:t>type</a:t>
            </a:r>
            <a:r>
              <a:rPr lang="en-US" dirty="0">
                <a:solidFill>
                  <a:srgbClr val="000000"/>
                </a:solidFill>
                <a:latin typeface="Consolas"/>
              </a:rPr>
              <a:t>=</a:t>
            </a:r>
            <a:r>
              <a:rPr lang="en-US" i="1" dirty="0">
                <a:solidFill>
                  <a:srgbClr val="2A00FF"/>
                </a:solidFill>
                <a:latin typeface="Consolas"/>
              </a:rPr>
              <a:t>"submit" </a:t>
            </a:r>
            <a:r>
              <a:rPr lang="en-US" i="1" dirty="0">
                <a:solidFill>
                  <a:srgbClr val="7F007F"/>
                </a:solidFill>
                <a:latin typeface="Consolas"/>
              </a:rPr>
              <a:t>name</a:t>
            </a:r>
            <a:r>
              <a:rPr lang="en-US" i="1" dirty="0">
                <a:solidFill>
                  <a:srgbClr val="000000"/>
                </a:solidFill>
                <a:latin typeface="Consolas"/>
              </a:rPr>
              <a:t>=</a:t>
            </a:r>
            <a:r>
              <a:rPr lang="en-US" i="1" dirty="0">
                <a:solidFill>
                  <a:srgbClr val="2A00FF"/>
                </a:solidFill>
                <a:latin typeface="Consolas"/>
              </a:rPr>
              <a:t>"Submit" </a:t>
            </a:r>
            <a:r>
              <a:rPr lang="en-US" i="1" dirty="0">
                <a:solidFill>
                  <a:srgbClr val="7F007F"/>
                </a:solidFill>
                <a:latin typeface="Consolas"/>
              </a:rPr>
              <a:t>value</a:t>
            </a:r>
            <a:r>
              <a:rPr lang="en-US" i="1" dirty="0">
                <a:solidFill>
                  <a:srgbClr val="000000"/>
                </a:solidFill>
                <a:latin typeface="Consolas"/>
              </a:rPr>
              <a:t>=</a:t>
            </a:r>
            <a:r>
              <a:rPr lang="en-US" i="1" dirty="0">
                <a:solidFill>
                  <a:srgbClr val="2A00FF"/>
                </a:solidFill>
                <a:latin typeface="Consolas"/>
              </a:rPr>
              <a:t>"Add to Cart"</a:t>
            </a:r>
            <a:r>
              <a:rPr lang="en-US" i="1" dirty="0">
                <a:solidFill>
                  <a:srgbClr val="008080"/>
                </a:solidFill>
                <a:latin typeface="Consolas"/>
              </a:rPr>
              <a:t>&gt;</a:t>
            </a:r>
            <a:r>
              <a:rPr lang="en-US" i="1" dirty="0">
                <a:solidFill>
                  <a:srgbClr val="000000"/>
                </a:solidFill>
                <a:latin typeface="Consolas"/>
              </a:rPr>
              <a:t> </a:t>
            </a:r>
            <a:r>
              <a:rPr lang="en-US" i="1" dirty="0">
                <a:solidFill>
                  <a:srgbClr val="008080"/>
                </a:solidFill>
                <a:latin typeface="Consolas"/>
              </a:rPr>
              <a:t>&lt;</a:t>
            </a:r>
            <a:r>
              <a:rPr lang="en-US" i="1" dirty="0" err="1">
                <a:solidFill>
                  <a:srgbClr val="3F7F7F"/>
                </a:solidFill>
                <a:latin typeface="Consolas"/>
              </a:rPr>
              <a:t>br</a:t>
            </a:r>
            <a:r>
              <a:rPr lang="en-US" i="1" dirty="0">
                <a:solidFill>
                  <a:srgbClr val="008080"/>
                </a:solidFill>
                <a:latin typeface="Consolas"/>
              </a:rPr>
              <a:t>&gt;</a:t>
            </a:r>
          </a:p>
          <a:p>
            <a:pPr>
              <a:spcBef>
                <a:spcPts val="600"/>
              </a:spcBef>
              <a:defRPr/>
            </a:pPr>
            <a:r>
              <a:rPr lang="en-US" dirty="0">
                <a:solidFill>
                  <a:srgbClr val="008080"/>
                </a:solidFill>
                <a:latin typeface="Consolas"/>
              </a:rPr>
              <a:t>&lt;/</a:t>
            </a:r>
            <a:r>
              <a:rPr lang="en-US" dirty="0">
                <a:solidFill>
                  <a:srgbClr val="3F7F7F"/>
                </a:solidFill>
                <a:highlight>
                  <a:srgbClr val="D4D4D4"/>
                </a:highlight>
                <a:latin typeface="Consolas"/>
              </a:rPr>
              <a:t>form</a:t>
            </a:r>
            <a:r>
              <a:rPr lang="en-US" dirty="0">
                <a:solidFill>
                  <a:srgbClr val="008080"/>
                </a:solidFill>
                <a:highlight>
                  <a:srgbClr val="D4D4D4"/>
                </a:highlight>
                <a:latin typeface="Consolas"/>
              </a:rPr>
              <a:t>&gt;</a:t>
            </a:r>
            <a:endParaRPr lang="en-GB" altLang="en-US" dirty="0"/>
          </a:p>
        </p:txBody>
      </p:sp>
    </p:spTree>
    <p:extLst>
      <p:ext uri="{BB962C8B-B14F-4D97-AF65-F5344CB8AC3E}">
        <p14:creationId xmlns:p14="http://schemas.microsoft.com/office/powerpoint/2010/main" val="1423026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cs typeface="Times New Roman" panose="02020603050405020304" pitchFamily="18" charset="0"/>
                </a:rPr>
                <a:t>Session Tracking (Hidden Form Fields)</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744155" cy="2932213"/>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vi-VN" sz="2000" dirty="0">
                <a:latin typeface="Times New Roman" panose="02020603050405020304" pitchFamily="18" charset="0"/>
                <a:cs typeface="Times New Roman" panose="02020603050405020304" pitchFamily="18" charset="0"/>
              </a:rPr>
              <a:t>Một Webserver có thể gửi một trường Hidden Form cùng với một Session ID duy nhất như sau:</a:t>
            </a:r>
            <a:endParaRPr lang="en-US" sz="2000" dirty="0">
              <a:latin typeface="Times New Roman" panose="02020603050405020304" pitchFamily="18" charset="0"/>
              <a:cs typeface="Times New Roman" panose="02020603050405020304" pitchFamily="18" charset="0"/>
            </a:endParaRPr>
          </a:p>
          <a:p>
            <a:pPr algn="ctr">
              <a:spcBef>
                <a:spcPts val="600"/>
              </a:spcBef>
              <a:defRPr/>
            </a:pPr>
            <a:r>
              <a:rPr lang="en-US" sz="2000" dirty="0">
                <a:solidFill>
                  <a:srgbClr val="000000"/>
                </a:solidFill>
              </a:rPr>
              <a:t>&lt;input type=</a:t>
            </a:r>
            <a:r>
              <a:rPr lang="en-US" sz="2000" dirty="0">
                <a:solidFill>
                  <a:srgbClr val="0000FF"/>
                </a:solidFill>
              </a:rPr>
              <a:t>"hidden"</a:t>
            </a:r>
            <a:r>
              <a:rPr lang="en-US" sz="2000" dirty="0">
                <a:solidFill>
                  <a:srgbClr val="000000"/>
                </a:solidFill>
              </a:rPr>
              <a:t> name=</a:t>
            </a:r>
            <a:r>
              <a:rPr lang="en-US" sz="2000" dirty="0">
                <a:solidFill>
                  <a:srgbClr val="0000FF"/>
                </a:solidFill>
              </a:rPr>
              <a:t>“username"</a:t>
            </a:r>
            <a:r>
              <a:rPr lang="en-US" sz="2000" dirty="0">
                <a:solidFill>
                  <a:srgbClr val="000000"/>
                </a:solidFill>
              </a:rPr>
              <a:t> value=</a:t>
            </a:r>
            <a:r>
              <a:rPr lang="en-US" sz="2000" dirty="0">
                <a:solidFill>
                  <a:srgbClr val="0000FF"/>
                </a:solidFill>
              </a:rPr>
              <a:t>“T3H"</a:t>
            </a:r>
            <a:r>
              <a:rPr lang="en-US" sz="2000" dirty="0">
                <a:solidFill>
                  <a:srgbClr val="000000"/>
                </a:solidFill>
              </a:rPr>
              <a:t>&gt;</a:t>
            </a:r>
            <a:r>
              <a:rPr lang="en-US" sz="2400" dirty="0">
                <a:solidFill>
                  <a:srgbClr val="000000"/>
                </a:solidFill>
                <a:latin typeface="Verdana"/>
              </a:rPr>
              <a:t>  </a:t>
            </a:r>
            <a:endParaRPr lang="en-US" sz="2000" b="1" dirty="0"/>
          </a:p>
          <a:p>
            <a:pPr marL="354965" indent="-342900">
              <a:spcBef>
                <a:spcPts val="595"/>
              </a:spcBef>
              <a:buClr>
                <a:srgbClr val="FF5A33"/>
              </a:buClr>
              <a:buFont typeface="Wingdings" panose="05000000000000000000" pitchFamily="2" charset="2"/>
              <a:buChar char="q"/>
              <a:tabLst>
                <a:tab pos="755015" algn="l"/>
              </a:tabLst>
            </a:pPr>
            <a:r>
              <a:rPr lang="vi-VN" sz="2000" dirty="0">
                <a:latin typeface="Times New Roman" panose="02020603050405020304" pitchFamily="18" charset="0"/>
                <a:cs typeface="Times New Roman" panose="02020603050405020304" pitchFamily="18" charset="0"/>
              </a:rPr>
              <a:t>Entry này nghĩa là, khi Form này được </a:t>
            </a:r>
            <a:r>
              <a:rPr lang="en-US" sz="2000" dirty="0">
                <a:latin typeface="Times New Roman" panose="02020603050405020304" pitchFamily="18" charset="0"/>
                <a:cs typeface="Times New Roman" panose="02020603050405020304" pitchFamily="18" charset="0"/>
              </a:rPr>
              <a:t>submit</a:t>
            </a:r>
            <a:r>
              <a:rPr lang="vi-V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name </a:t>
            </a:r>
            <a:r>
              <a:rPr lang="vi-VN" sz="2000" dirty="0">
                <a:latin typeface="Times New Roman" panose="02020603050405020304" pitchFamily="18" charset="0"/>
                <a:cs typeface="Times New Roman" panose="02020603050405020304" pitchFamily="18" charset="0"/>
              </a:rPr>
              <a:t>và </a:t>
            </a:r>
            <a:r>
              <a:rPr lang="en-US" sz="2000" dirty="0">
                <a:latin typeface="Times New Roman" panose="02020603050405020304" pitchFamily="18" charset="0"/>
                <a:cs typeface="Times New Roman" panose="02020603050405020304" pitchFamily="18" charset="0"/>
              </a:rPr>
              <a:t>value</a:t>
            </a:r>
            <a:r>
              <a:rPr lang="vi-VN" sz="2000" dirty="0">
                <a:latin typeface="Times New Roman" panose="02020603050405020304" pitchFamily="18" charset="0"/>
                <a:cs typeface="Times New Roman" panose="02020603050405020304" pitchFamily="18" charset="0"/>
              </a:rPr>
              <a:t> đã cho tự động được </a:t>
            </a:r>
            <a:r>
              <a:rPr lang="en-US" sz="2000" dirty="0" err="1">
                <a:latin typeface="Times New Roman" panose="02020603050405020304" pitchFamily="18" charset="0"/>
                <a:cs typeface="Times New Roman" panose="02020603050405020304" pitchFamily="18" charset="0"/>
              </a:rPr>
              <a:t>đóng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gói</a:t>
            </a:r>
            <a:r>
              <a:rPr 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trong dữ liệu GET hoặc POST</a:t>
            </a:r>
            <a:endParaRPr lang="en-US" sz="20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en-US" sz="2000" dirty="0" err="1">
                <a:latin typeface="Times New Roman" panose="02020603050405020304" pitchFamily="18" charset="0"/>
                <a:cs typeface="Times New Roman" panose="02020603050405020304" pitchFamily="18" charset="0"/>
              </a:rPr>
              <a:t>Luôn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hoặt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động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mặc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trình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duyệt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tắt</a:t>
            </a:r>
            <a:r>
              <a:rPr lang="en-US" sz="2000" dirty="0">
                <a:latin typeface="Times New Roman" panose="02020603050405020304" pitchFamily="18" charset="0"/>
                <a:cs typeface="Times New Roman" panose="02020603050405020304" pitchFamily="18" charset="0"/>
              </a:rPr>
              <a:t> cookie</a:t>
            </a:r>
          </a:p>
          <a:p>
            <a:pPr marL="354965" indent="-342900">
              <a:spcBef>
                <a:spcPts val="595"/>
              </a:spcBef>
              <a:buClr>
                <a:srgbClr val="FF5A33"/>
              </a:buClr>
              <a:buFont typeface="Wingdings" panose="05000000000000000000" pitchFamily="2" charset="2"/>
              <a:buChar char="q"/>
              <a:tabLst>
                <a:tab pos="755015" algn="l"/>
              </a:tabLst>
            </a:pPr>
            <a:r>
              <a:rPr lang="en-US" sz="2000" dirty="0">
                <a:latin typeface="Times New Roman" panose="02020603050405020304" pitchFamily="18" charset="0"/>
                <a:cs typeface="Times New Roman" panose="02020603050405020304" pitchFamily="18" charset="0"/>
              </a:rPr>
              <a:t>N</a:t>
            </a:r>
            <a:r>
              <a:rPr lang="vi-VN" sz="2000" dirty="0">
                <a:latin typeface="Times New Roman" panose="02020603050405020304" pitchFamily="18" charset="0"/>
                <a:cs typeface="Times New Roman" panose="02020603050405020304" pitchFamily="18" charset="0"/>
              </a:rPr>
              <a:t>hưng hạn chế ở đây là: </a:t>
            </a:r>
            <a:r>
              <a:rPr lang="en-US" sz="2000" dirty="0" err="1">
                <a:latin typeface="Times New Roman" panose="02020603050405020304" pitchFamily="18" charset="0"/>
                <a:cs typeface="Times New Roman" panose="02020603050405020304" pitchFamily="18" charset="0"/>
              </a:rPr>
              <a:t>Chỉ</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hỗ</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cho</a:t>
            </a:r>
            <a:r>
              <a:rPr lang="en-US" sz="2000" dirty="0">
                <a:latin typeface="Times New Roman" panose="02020603050405020304" pitchFamily="18" charset="0"/>
                <a:cs typeface="Times New Roman" panose="02020603050405020304" pitchFamily="18" charset="0"/>
              </a:rPr>
              <a:t> submit form </a:t>
            </a:r>
            <a:r>
              <a:rPr lang="en-US" sz="2000" dirty="0" err="1">
                <a:latin typeface="Times New Roman" panose="02020603050405020304" pitchFamily="18" charset="0"/>
                <a:cs typeface="Times New Roman" panose="02020603050405020304" pitchFamily="18" charset="0"/>
              </a:rPr>
              <a:t>không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hỗ</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trợ</a:t>
            </a:r>
            <a:r>
              <a:rPr lang="en-US" sz="2000" dirty="0">
                <a:latin typeface="Times New Roman" panose="02020603050405020304" pitchFamily="18" charset="0"/>
                <a:cs typeface="Times New Roman" panose="02020603050405020304" pitchFamily="18" charset="0"/>
              </a:rPr>
              <a:t> Hypertext Link (</a:t>
            </a:r>
            <a:r>
              <a:rPr lang="en-US" sz="2000" dirty="0" err="1">
                <a:latin typeface="Times New Roman" panose="02020603050405020304" pitchFamily="18" charset="0"/>
                <a:cs typeface="Times New Roman" panose="02020603050405020304" pitchFamily="18" charset="0"/>
              </a:rPr>
              <a:t>ví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dạng</a:t>
            </a:r>
            <a:r>
              <a:rPr lang="en-US" sz="2000" dirty="0">
                <a:latin typeface="Times New Roman" panose="02020603050405020304" pitchFamily="18" charset="0"/>
                <a:cs typeface="Times New Roman" panose="02020603050405020304" pitchFamily="18" charset="0"/>
              </a:rPr>
              <a:t> &lt;A HREF...&gt;)</a:t>
            </a:r>
            <a:endParaRPr lang="fr-FR" dirty="0">
              <a:solidFill>
                <a:schemeClr val="hlink"/>
              </a:solidFill>
              <a:latin typeface="+mj-lt"/>
            </a:endParaRPr>
          </a:p>
        </p:txBody>
      </p:sp>
      <p:pic>
        <p:nvPicPr>
          <p:cNvPr id="11" name="Picture 9" descr="fig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4680604"/>
            <a:ext cx="2809875" cy="161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1623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cs typeface="Times New Roman" panose="02020603050405020304" pitchFamily="18" charset="0"/>
                </a:rPr>
                <a:t>Session Tracking (Hidden Form Fields)</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sp>
        <p:nvSpPr>
          <p:cNvPr id="12" name="Rectangle 6"/>
          <p:cNvSpPr>
            <a:spLocks noChangeArrowheads="1"/>
          </p:cNvSpPr>
          <p:nvPr/>
        </p:nvSpPr>
        <p:spPr bwMode="auto">
          <a:xfrm>
            <a:off x="1894798" y="1914525"/>
            <a:ext cx="8773202" cy="4105275"/>
          </a:xfrm>
          <a:prstGeom prst="rect">
            <a:avLst/>
          </a:prstGeom>
          <a:noFill/>
          <a:ln>
            <a:headEnd/>
            <a:tailEnd/>
          </a:ln>
        </p:spPr>
        <p:style>
          <a:lnRef idx="1">
            <a:schemeClr val="accent3"/>
          </a:lnRef>
          <a:fillRef idx="2">
            <a:schemeClr val="accent3"/>
          </a:fillRef>
          <a:effectRef idx="1">
            <a:schemeClr val="accent3"/>
          </a:effectRef>
          <a:fontRef idx="minor">
            <a:schemeClr val="dk1"/>
          </a:fontRef>
        </p:style>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buFont typeface="Arial" panose="020B0604020202020204" pitchFamily="34" charset="0"/>
              <a:buNone/>
            </a:pPr>
            <a:r>
              <a:rPr lang="en-US" altLang="en-US" sz="1800" dirty="0">
                <a:solidFill>
                  <a:srgbClr val="008080"/>
                </a:solidFill>
                <a:latin typeface="Consolas" panose="020B0609020204030204" pitchFamily="49" charset="0"/>
              </a:rPr>
              <a:t>&lt;</a:t>
            </a:r>
            <a:r>
              <a:rPr lang="en-US" altLang="en-US" sz="1800" dirty="0">
                <a:solidFill>
                  <a:srgbClr val="3F7F7F"/>
                </a:solidFill>
                <a:latin typeface="Consolas" panose="020B0609020204030204" pitchFamily="49" charset="0"/>
              </a:rPr>
              <a:t>b</a:t>
            </a:r>
            <a:r>
              <a:rPr lang="en-US" altLang="en-US" sz="1800" dirty="0">
                <a:solidFill>
                  <a:srgbClr val="008080"/>
                </a:solidFill>
                <a:latin typeface="Consolas" panose="020B0609020204030204" pitchFamily="49" charset="0"/>
              </a:rPr>
              <a:t>&gt;</a:t>
            </a:r>
            <a:r>
              <a:rPr lang="en-US" altLang="en-US" sz="1800" dirty="0">
                <a:solidFill>
                  <a:srgbClr val="000000"/>
                </a:solidFill>
                <a:latin typeface="Consolas" panose="020B0609020204030204" pitchFamily="49" charset="0"/>
              </a:rPr>
              <a:t>Search results for books</a:t>
            </a:r>
            <a:r>
              <a:rPr lang="en-US" altLang="en-US" sz="1800" dirty="0">
                <a:solidFill>
                  <a:srgbClr val="008080"/>
                </a:solidFill>
                <a:latin typeface="Consolas" panose="020B0609020204030204" pitchFamily="49" charset="0"/>
              </a:rPr>
              <a:t>&lt;/</a:t>
            </a:r>
            <a:r>
              <a:rPr lang="en-US" altLang="en-US" sz="1800" dirty="0">
                <a:solidFill>
                  <a:srgbClr val="3F7F7F"/>
                </a:solidFill>
                <a:latin typeface="Consolas" panose="020B0609020204030204" pitchFamily="49" charset="0"/>
              </a:rPr>
              <a:t>b</a:t>
            </a:r>
            <a:r>
              <a:rPr lang="en-US" altLang="en-US" sz="1800" dirty="0">
                <a:solidFill>
                  <a:srgbClr val="008080"/>
                </a:solidFill>
                <a:latin typeface="Consolas" panose="020B0609020204030204" pitchFamily="49" charset="0"/>
              </a:rPr>
              <a:t>&gt;</a:t>
            </a:r>
          </a:p>
          <a:p>
            <a:pPr>
              <a:buFont typeface="Arial" panose="020B0604020202020204" pitchFamily="34" charset="0"/>
              <a:buNone/>
            </a:pPr>
            <a:r>
              <a:rPr lang="en-US" altLang="en-US" sz="1800" dirty="0">
                <a:solidFill>
                  <a:srgbClr val="008080"/>
                </a:solidFill>
                <a:latin typeface="Consolas" panose="020B0609020204030204" pitchFamily="49" charset="0"/>
              </a:rPr>
              <a:t>&lt;</a:t>
            </a:r>
            <a:r>
              <a:rPr lang="en-US" altLang="en-US" sz="1800" dirty="0">
                <a:solidFill>
                  <a:srgbClr val="3F7F7F"/>
                </a:solidFill>
                <a:latin typeface="Consolas" panose="020B0609020204030204" pitchFamily="49" charset="0"/>
              </a:rPr>
              <a:t>form </a:t>
            </a:r>
            <a:r>
              <a:rPr lang="en-US" altLang="en-US" sz="1800" dirty="0">
                <a:solidFill>
                  <a:srgbClr val="7F007F"/>
                </a:solidFill>
                <a:latin typeface="Consolas" panose="020B0609020204030204" pitchFamily="49" charset="0"/>
              </a:rPr>
              <a:t>method</a:t>
            </a:r>
            <a:r>
              <a:rPr lang="en-US" altLang="en-US" sz="1800" dirty="0">
                <a:solidFill>
                  <a:srgbClr val="000000"/>
                </a:solidFill>
                <a:latin typeface="Consolas" panose="020B0609020204030204" pitchFamily="49" charset="0"/>
              </a:rPr>
              <a:t>=</a:t>
            </a:r>
            <a:r>
              <a:rPr lang="en-US" altLang="en-US" sz="1800" i="1" dirty="0">
                <a:solidFill>
                  <a:srgbClr val="2A00FF"/>
                </a:solidFill>
                <a:latin typeface="Consolas" panose="020B0609020204030204" pitchFamily="49" charset="0"/>
              </a:rPr>
              <a:t>"post" </a:t>
            </a:r>
            <a:r>
              <a:rPr lang="en-US" altLang="en-US" sz="1800" i="1" dirty="0">
                <a:solidFill>
                  <a:srgbClr val="7F007F"/>
                </a:solidFill>
                <a:latin typeface="Consolas" panose="020B0609020204030204" pitchFamily="49" charset="0"/>
              </a:rPr>
              <a:t>action</a:t>
            </a:r>
            <a:r>
              <a:rPr lang="en-US" altLang="en-US" sz="1800" i="1" dirty="0">
                <a:solidFill>
                  <a:srgbClr val="000000"/>
                </a:solidFill>
                <a:latin typeface="Consolas" panose="020B0609020204030204" pitchFamily="49" charset="0"/>
              </a:rPr>
              <a:t>=</a:t>
            </a:r>
            <a:r>
              <a:rPr lang="en-US" altLang="en-US" sz="1800" i="1" dirty="0">
                <a:solidFill>
                  <a:srgbClr val="2A00FF"/>
                </a:solidFill>
                <a:latin typeface="Consolas" panose="020B0609020204030204" pitchFamily="49" charset="0"/>
              </a:rPr>
              <a:t>"</a:t>
            </a:r>
            <a:r>
              <a:rPr lang="en-US" altLang="en-US" sz="1800" i="1" dirty="0" err="1">
                <a:solidFill>
                  <a:srgbClr val="2A00FF"/>
                </a:solidFill>
                <a:latin typeface="Consolas" panose="020B0609020204030204" pitchFamily="49" charset="0"/>
              </a:rPr>
              <a:t>serverprogram.jsp</a:t>
            </a:r>
            <a:r>
              <a:rPr lang="en-US" altLang="en-US" sz="1800" i="1" dirty="0">
                <a:solidFill>
                  <a:srgbClr val="2A00FF"/>
                </a:solidFill>
                <a:latin typeface="Consolas" panose="020B0609020204030204" pitchFamily="49" charset="0"/>
              </a:rPr>
              <a:t>"</a:t>
            </a:r>
            <a:r>
              <a:rPr lang="en-US" altLang="en-US" sz="1800" i="1" dirty="0">
                <a:solidFill>
                  <a:srgbClr val="008080"/>
                </a:solidFill>
                <a:latin typeface="Consolas" panose="020B0609020204030204" pitchFamily="49" charset="0"/>
              </a:rPr>
              <a:t>&gt;</a:t>
            </a:r>
          </a:p>
          <a:p>
            <a:pPr lvl="1">
              <a:buFont typeface="Arial" panose="020B0604020202020204" pitchFamily="34" charset="0"/>
              <a:buNone/>
            </a:pPr>
            <a:r>
              <a:rPr lang="en-US" altLang="en-US" sz="1800" dirty="0">
                <a:solidFill>
                  <a:srgbClr val="3F7F7F"/>
                </a:solidFill>
                <a:latin typeface="Consolas" panose="020B0609020204030204" pitchFamily="49" charset="0"/>
              </a:rPr>
              <a:t>// Hidden input field </a:t>
            </a:r>
          </a:p>
          <a:p>
            <a:pPr lvl="1">
              <a:buFont typeface="Arial" panose="020B0604020202020204" pitchFamily="34" charset="0"/>
              <a:buNone/>
            </a:pPr>
            <a:r>
              <a:rPr lang="en-US" altLang="en-US" sz="1800" dirty="0">
                <a:solidFill>
                  <a:srgbClr val="008080"/>
                </a:solidFill>
                <a:latin typeface="Consolas" panose="020B0609020204030204" pitchFamily="49" charset="0"/>
              </a:rPr>
              <a:t>&lt;</a:t>
            </a:r>
            <a:r>
              <a:rPr lang="en-US" altLang="en-US" sz="1800" dirty="0">
                <a:solidFill>
                  <a:srgbClr val="3F7F7F"/>
                </a:solidFill>
                <a:latin typeface="Consolas" panose="020B0609020204030204" pitchFamily="49" charset="0"/>
              </a:rPr>
              <a:t>input </a:t>
            </a:r>
            <a:r>
              <a:rPr lang="en-US" altLang="en-US" sz="1800" dirty="0">
                <a:solidFill>
                  <a:srgbClr val="7F007F"/>
                </a:solidFill>
                <a:latin typeface="Consolas" panose="020B0609020204030204" pitchFamily="49" charset="0"/>
              </a:rPr>
              <a:t>type</a:t>
            </a:r>
            <a:r>
              <a:rPr lang="en-US" altLang="en-US" sz="1800" dirty="0">
                <a:solidFill>
                  <a:srgbClr val="000000"/>
                </a:solidFill>
                <a:latin typeface="Consolas" panose="020B0609020204030204" pitchFamily="49" charset="0"/>
              </a:rPr>
              <a:t>=</a:t>
            </a:r>
            <a:r>
              <a:rPr lang="en-US" altLang="en-US" sz="1800" i="1" dirty="0">
                <a:solidFill>
                  <a:srgbClr val="2A00FF"/>
                </a:solidFill>
                <a:latin typeface="Consolas" panose="020B0609020204030204" pitchFamily="49" charset="0"/>
              </a:rPr>
              <a:t>"hidden" </a:t>
            </a:r>
            <a:r>
              <a:rPr lang="en-US" altLang="en-US" sz="1800" i="1" dirty="0">
                <a:solidFill>
                  <a:srgbClr val="7F007F"/>
                </a:solidFill>
                <a:latin typeface="Consolas" panose="020B0609020204030204" pitchFamily="49" charset="0"/>
              </a:rPr>
              <a:t>name</a:t>
            </a:r>
            <a:r>
              <a:rPr lang="en-US" altLang="en-US" sz="1800" i="1" dirty="0">
                <a:solidFill>
                  <a:srgbClr val="000000"/>
                </a:solidFill>
                <a:latin typeface="Consolas" panose="020B0609020204030204" pitchFamily="49" charset="0"/>
              </a:rPr>
              <a:t>=</a:t>
            </a:r>
            <a:r>
              <a:rPr lang="en-US" altLang="en-US" sz="1800" i="1" dirty="0">
                <a:solidFill>
                  <a:srgbClr val="2A00FF"/>
                </a:solidFill>
                <a:latin typeface="Consolas" panose="020B0609020204030204" pitchFamily="49" charset="0"/>
              </a:rPr>
              <a:t>"</a:t>
            </a:r>
            <a:r>
              <a:rPr lang="en-US" altLang="en-US" sz="1800" i="1" dirty="0" err="1">
                <a:solidFill>
                  <a:srgbClr val="2A00FF"/>
                </a:solidFill>
                <a:latin typeface="Consolas" panose="020B0609020204030204" pitchFamily="49" charset="0"/>
              </a:rPr>
              <a:t>productID</a:t>
            </a:r>
            <a:r>
              <a:rPr lang="en-US" altLang="en-US" sz="1800" i="1" dirty="0">
                <a:solidFill>
                  <a:srgbClr val="2A00FF"/>
                </a:solidFill>
                <a:latin typeface="Consolas" panose="020B0609020204030204" pitchFamily="49" charset="0"/>
              </a:rPr>
              <a:t>" </a:t>
            </a:r>
            <a:r>
              <a:rPr lang="en-US" altLang="en-US" sz="1800" i="1" dirty="0">
                <a:solidFill>
                  <a:srgbClr val="7F007F"/>
                </a:solidFill>
                <a:latin typeface="Consolas" panose="020B0609020204030204" pitchFamily="49" charset="0"/>
              </a:rPr>
              <a:t>value</a:t>
            </a:r>
            <a:r>
              <a:rPr lang="en-US" altLang="en-US" sz="1800" i="1" dirty="0">
                <a:solidFill>
                  <a:srgbClr val="000000"/>
                </a:solidFill>
                <a:latin typeface="Consolas" panose="020B0609020204030204" pitchFamily="49" charset="0"/>
              </a:rPr>
              <a:t>=</a:t>
            </a:r>
            <a:r>
              <a:rPr lang="en-US" altLang="en-US" sz="1800" i="1" dirty="0">
                <a:solidFill>
                  <a:srgbClr val="2A00FF"/>
                </a:solidFill>
                <a:latin typeface="Consolas" panose="020B0609020204030204" pitchFamily="49" charset="0"/>
              </a:rPr>
              <a:t>"100"</a:t>
            </a:r>
            <a:r>
              <a:rPr lang="en-US" altLang="en-US" sz="1800" i="1" dirty="0">
                <a:solidFill>
                  <a:srgbClr val="008080"/>
                </a:solidFill>
                <a:latin typeface="Consolas" panose="020B0609020204030204" pitchFamily="49" charset="0"/>
              </a:rPr>
              <a:t>&gt;</a:t>
            </a:r>
            <a:r>
              <a:rPr lang="en-US" altLang="en-US" sz="1800" i="1" dirty="0">
                <a:solidFill>
                  <a:srgbClr val="000000"/>
                </a:solidFill>
                <a:latin typeface="Consolas" panose="020B0609020204030204" pitchFamily="49" charset="0"/>
              </a:rPr>
              <a:t> </a:t>
            </a:r>
          </a:p>
          <a:p>
            <a:pPr lvl="1">
              <a:buFont typeface="Arial" panose="020B0604020202020204" pitchFamily="34" charset="0"/>
              <a:buNone/>
            </a:pPr>
            <a:r>
              <a:rPr lang="en-US" altLang="en-US" sz="1800" i="1" dirty="0">
                <a:solidFill>
                  <a:srgbClr val="008080"/>
                </a:solidFill>
                <a:latin typeface="Consolas" panose="020B0609020204030204" pitchFamily="49" charset="0"/>
              </a:rPr>
              <a:t>// Provides check box for user input</a:t>
            </a:r>
          </a:p>
          <a:p>
            <a:pPr lvl="1">
              <a:buFont typeface="Arial" panose="020B0604020202020204" pitchFamily="34" charset="0"/>
              <a:buNone/>
            </a:pPr>
            <a:r>
              <a:rPr lang="en-US" altLang="en-US" sz="1800" i="1" dirty="0">
                <a:solidFill>
                  <a:srgbClr val="008080"/>
                </a:solidFill>
                <a:latin typeface="Consolas" panose="020B0609020204030204" pitchFamily="49" charset="0"/>
              </a:rPr>
              <a:t>&lt;</a:t>
            </a:r>
            <a:r>
              <a:rPr lang="en-US" altLang="en-US" sz="1800" i="1" dirty="0">
                <a:solidFill>
                  <a:srgbClr val="3F7F7F"/>
                </a:solidFill>
                <a:latin typeface="Consolas" panose="020B0609020204030204" pitchFamily="49" charset="0"/>
              </a:rPr>
              <a:t>input </a:t>
            </a:r>
            <a:r>
              <a:rPr lang="en-US" altLang="en-US" sz="1800" dirty="0">
                <a:solidFill>
                  <a:srgbClr val="7F007F"/>
                </a:solidFill>
                <a:latin typeface="Consolas" panose="020B0609020204030204" pitchFamily="49" charset="0"/>
              </a:rPr>
              <a:t>type</a:t>
            </a:r>
            <a:r>
              <a:rPr lang="en-US" altLang="en-US" sz="1800" dirty="0">
                <a:solidFill>
                  <a:srgbClr val="000000"/>
                </a:solidFill>
                <a:latin typeface="Consolas" panose="020B0609020204030204" pitchFamily="49" charset="0"/>
              </a:rPr>
              <a:t>=</a:t>
            </a:r>
            <a:r>
              <a:rPr lang="en-US" altLang="en-US" sz="1800" i="1" dirty="0">
                <a:solidFill>
                  <a:srgbClr val="2A00FF"/>
                </a:solidFill>
                <a:latin typeface="Consolas" panose="020B0609020204030204" pitchFamily="49" charset="0"/>
              </a:rPr>
              <a:t>"checkbox" </a:t>
            </a:r>
            <a:r>
              <a:rPr lang="en-US" altLang="en-US" sz="1800" i="1" dirty="0">
                <a:solidFill>
                  <a:srgbClr val="7F007F"/>
                </a:solidFill>
                <a:latin typeface="Consolas" panose="020B0609020204030204" pitchFamily="49" charset="0"/>
              </a:rPr>
              <a:t>name</a:t>
            </a:r>
            <a:r>
              <a:rPr lang="en-US" altLang="en-US" sz="1800" i="1" dirty="0">
                <a:solidFill>
                  <a:srgbClr val="000000"/>
                </a:solidFill>
                <a:latin typeface="Consolas" panose="020B0609020204030204" pitchFamily="49" charset="0"/>
              </a:rPr>
              <a:t>=</a:t>
            </a:r>
            <a:r>
              <a:rPr lang="en-US" altLang="en-US" sz="1800" i="1" dirty="0">
                <a:solidFill>
                  <a:srgbClr val="2A00FF"/>
                </a:solidFill>
                <a:latin typeface="Consolas" panose="020B0609020204030204" pitchFamily="49" charset="0"/>
              </a:rPr>
              <a:t>"</a:t>
            </a:r>
            <a:r>
              <a:rPr lang="en-US" altLang="en-US" sz="1800" i="1" dirty="0" err="1">
                <a:solidFill>
                  <a:srgbClr val="2A00FF"/>
                </a:solidFill>
                <a:latin typeface="Consolas" panose="020B0609020204030204" pitchFamily="49" charset="0"/>
              </a:rPr>
              <a:t>productID</a:t>
            </a:r>
            <a:r>
              <a:rPr lang="en-US" altLang="en-US" sz="1800" i="1" dirty="0">
                <a:solidFill>
                  <a:srgbClr val="2A00FF"/>
                </a:solidFill>
                <a:latin typeface="Consolas" panose="020B0609020204030204" pitchFamily="49" charset="0"/>
              </a:rPr>
              <a:t>" </a:t>
            </a:r>
            <a:r>
              <a:rPr lang="en-US" altLang="en-US" sz="1800" i="1" dirty="0">
                <a:solidFill>
                  <a:srgbClr val="7F007F"/>
                </a:solidFill>
                <a:latin typeface="Consolas" panose="020B0609020204030204" pitchFamily="49" charset="0"/>
              </a:rPr>
              <a:t>value</a:t>
            </a:r>
            <a:r>
              <a:rPr lang="en-US" altLang="en-US" sz="1800" i="1" dirty="0">
                <a:solidFill>
                  <a:srgbClr val="000000"/>
                </a:solidFill>
                <a:latin typeface="Consolas" panose="020B0609020204030204" pitchFamily="49" charset="0"/>
              </a:rPr>
              <a:t>=</a:t>
            </a:r>
            <a:r>
              <a:rPr lang="en-US" altLang="en-US" sz="1800" i="1" dirty="0">
                <a:solidFill>
                  <a:srgbClr val="2A00FF"/>
                </a:solidFill>
                <a:latin typeface="Consolas" panose="020B0609020204030204" pitchFamily="49" charset="0"/>
              </a:rPr>
              <a:t>"150"</a:t>
            </a:r>
            <a:r>
              <a:rPr lang="en-US" altLang="en-US" sz="1800" i="1" dirty="0">
                <a:solidFill>
                  <a:srgbClr val="008080"/>
                </a:solidFill>
                <a:latin typeface="Consolas" panose="020B0609020204030204" pitchFamily="49" charset="0"/>
              </a:rPr>
              <a:t>&gt;</a:t>
            </a:r>
          </a:p>
          <a:p>
            <a:pPr lvl="1">
              <a:buFont typeface="Arial" panose="020B0604020202020204" pitchFamily="34" charset="0"/>
              <a:buNone/>
            </a:pPr>
            <a:r>
              <a:rPr lang="en-US" altLang="en-US" sz="1800" i="1" dirty="0">
                <a:solidFill>
                  <a:srgbClr val="008080"/>
                </a:solidFill>
                <a:latin typeface="Consolas" panose="020B0609020204030204" pitchFamily="49" charset="0"/>
              </a:rPr>
              <a:t>			</a:t>
            </a:r>
            <a:r>
              <a:rPr lang="en-US" altLang="en-US" sz="1800" i="1" dirty="0">
                <a:solidFill>
                  <a:srgbClr val="000000"/>
                </a:solidFill>
                <a:latin typeface="Consolas" panose="020B0609020204030204" pitchFamily="49" charset="0"/>
              </a:rPr>
              <a:t>DVD Player with </a:t>
            </a:r>
            <a:r>
              <a:rPr lang="en-US" altLang="en-US" sz="1800" dirty="0">
                <a:solidFill>
                  <a:srgbClr val="000000"/>
                </a:solidFill>
                <a:latin typeface="Consolas" panose="020B0609020204030204" pitchFamily="49" charset="0"/>
              </a:rPr>
              <a:t>Built in Amplifier </a:t>
            </a:r>
            <a:r>
              <a:rPr lang="en-US" altLang="en-US" sz="1800" dirty="0">
                <a:solidFill>
                  <a:srgbClr val="008080"/>
                </a:solidFill>
                <a:latin typeface="Consolas" panose="020B0609020204030204" pitchFamily="49" charset="0"/>
              </a:rPr>
              <a:t>&lt;</a:t>
            </a:r>
            <a:r>
              <a:rPr lang="en-US" altLang="en-US" sz="1800" dirty="0" err="1">
                <a:solidFill>
                  <a:srgbClr val="3F7F7F"/>
                </a:solidFill>
                <a:latin typeface="Consolas" panose="020B0609020204030204" pitchFamily="49" charset="0"/>
              </a:rPr>
              <a:t>br</a:t>
            </a:r>
            <a:r>
              <a:rPr lang="en-US" altLang="en-US" sz="1800" dirty="0">
                <a:solidFill>
                  <a:srgbClr val="008080"/>
                </a:solidFill>
                <a:latin typeface="Consolas" panose="020B0609020204030204" pitchFamily="49" charset="0"/>
              </a:rPr>
              <a:t>&gt;</a:t>
            </a:r>
            <a:endParaRPr lang="en-US" altLang="en-US" sz="1800" dirty="0">
              <a:solidFill>
                <a:srgbClr val="000000"/>
              </a:solidFill>
              <a:latin typeface="Consolas" panose="020B0609020204030204" pitchFamily="49" charset="0"/>
            </a:endParaRPr>
          </a:p>
          <a:p>
            <a:pPr lvl="1">
              <a:buFont typeface="Arial" panose="020B0604020202020204" pitchFamily="34" charset="0"/>
              <a:buNone/>
            </a:pPr>
            <a:r>
              <a:rPr lang="en-US" altLang="en-US" sz="1800" dirty="0">
                <a:solidFill>
                  <a:srgbClr val="008080"/>
                </a:solidFill>
                <a:latin typeface="Consolas" panose="020B0609020204030204" pitchFamily="49" charset="0"/>
              </a:rPr>
              <a:t>&lt;</a:t>
            </a:r>
            <a:r>
              <a:rPr lang="en-US" altLang="en-US" sz="1800" dirty="0">
                <a:solidFill>
                  <a:srgbClr val="3F7F7F"/>
                </a:solidFill>
                <a:latin typeface="Consolas" panose="020B0609020204030204" pitchFamily="49" charset="0"/>
              </a:rPr>
              <a:t>input </a:t>
            </a:r>
            <a:r>
              <a:rPr lang="en-US" altLang="en-US" sz="1800" dirty="0">
                <a:solidFill>
                  <a:srgbClr val="7F007F"/>
                </a:solidFill>
                <a:latin typeface="Consolas" panose="020B0609020204030204" pitchFamily="49" charset="0"/>
              </a:rPr>
              <a:t>type</a:t>
            </a:r>
            <a:r>
              <a:rPr lang="en-US" altLang="en-US" sz="1800" dirty="0">
                <a:solidFill>
                  <a:srgbClr val="000000"/>
                </a:solidFill>
                <a:latin typeface="Consolas" panose="020B0609020204030204" pitchFamily="49" charset="0"/>
              </a:rPr>
              <a:t>=</a:t>
            </a:r>
            <a:r>
              <a:rPr lang="en-US" altLang="en-US" sz="1800" i="1" dirty="0">
                <a:solidFill>
                  <a:srgbClr val="2A00FF"/>
                </a:solidFill>
                <a:latin typeface="Consolas" panose="020B0609020204030204" pitchFamily="49" charset="0"/>
              </a:rPr>
              <a:t>"checkbox" </a:t>
            </a:r>
            <a:r>
              <a:rPr lang="en-US" altLang="en-US" sz="1800" i="1" dirty="0">
                <a:solidFill>
                  <a:srgbClr val="7F007F"/>
                </a:solidFill>
                <a:latin typeface="Consolas" panose="020B0609020204030204" pitchFamily="49" charset="0"/>
              </a:rPr>
              <a:t>name</a:t>
            </a:r>
            <a:r>
              <a:rPr lang="en-US" altLang="en-US" sz="1800" i="1" dirty="0">
                <a:solidFill>
                  <a:srgbClr val="000000"/>
                </a:solidFill>
                <a:latin typeface="Consolas" panose="020B0609020204030204" pitchFamily="49" charset="0"/>
              </a:rPr>
              <a:t>=</a:t>
            </a:r>
            <a:r>
              <a:rPr lang="en-US" altLang="en-US" sz="1800" i="1" dirty="0">
                <a:solidFill>
                  <a:srgbClr val="2A00FF"/>
                </a:solidFill>
                <a:latin typeface="Consolas" panose="020B0609020204030204" pitchFamily="49" charset="0"/>
              </a:rPr>
              <a:t>"</a:t>
            </a:r>
            <a:r>
              <a:rPr lang="en-US" altLang="en-US" sz="1800" i="1" dirty="0" err="1">
                <a:solidFill>
                  <a:srgbClr val="2A00FF"/>
                </a:solidFill>
                <a:latin typeface="Consolas" panose="020B0609020204030204" pitchFamily="49" charset="0"/>
              </a:rPr>
              <a:t>productID</a:t>
            </a:r>
            <a:r>
              <a:rPr lang="en-US" altLang="en-US" sz="1800" i="1" dirty="0">
                <a:solidFill>
                  <a:srgbClr val="2A00FF"/>
                </a:solidFill>
                <a:latin typeface="Consolas" panose="020B0609020204030204" pitchFamily="49" charset="0"/>
              </a:rPr>
              <a:t>“ </a:t>
            </a:r>
            <a:r>
              <a:rPr lang="en-US" altLang="en-US" sz="1800" dirty="0">
                <a:solidFill>
                  <a:srgbClr val="7F007F"/>
                </a:solidFill>
                <a:latin typeface="Consolas" panose="020B0609020204030204" pitchFamily="49" charset="0"/>
              </a:rPr>
              <a:t>value</a:t>
            </a:r>
            <a:r>
              <a:rPr lang="en-US" altLang="en-US" sz="1800" dirty="0">
                <a:solidFill>
                  <a:srgbClr val="000000"/>
                </a:solidFill>
                <a:latin typeface="Consolas" panose="020B0609020204030204" pitchFamily="49" charset="0"/>
              </a:rPr>
              <a:t>=</a:t>
            </a:r>
            <a:r>
              <a:rPr lang="en-US" altLang="en-US" sz="1800" i="1" dirty="0">
                <a:solidFill>
                  <a:srgbClr val="2A00FF"/>
                </a:solidFill>
                <a:latin typeface="Consolas" panose="020B0609020204030204" pitchFamily="49" charset="0"/>
              </a:rPr>
              <a:t>"160"</a:t>
            </a:r>
            <a:r>
              <a:rPr lang="en-US" altLang="en-US" sz="1800" i="1" dirty="0">
                <a:solidFill>
                  <a:srgbClr val="008080"/>
                </a:solidFill>
                <a:latin typeface="Consolas" panose="020B0609020204030204" pitchFamily="49" charset="0"/>
              </a:rPr>
              <a:t>&gt;</a:t>
            </a:r>
          </a:p>
          <a:p>
            <a:pPr lvl="1">
              <a:buFont typeface="Arial" panose="020B0604020202020204" pitchFamily="34" charset="0"/>
              <a:buNone/>
            </a:pPr>
            <a:r>
              <a:rPr lang="en-US" altLang="en-US" sz="1800" i="1" dirty="0">
                <a:solidFill>
                  <a:srgbClr val="008080"/>
                </a:solidFill>
                <a:latin typeface="Consolas" panose="020B0609020204030204" pitchFamily="49" charset="0"/>
              </a:rPr>
              <a:t>			</a:t>
            </a:r>
            <a:r>
              <a:rPr lang="en-US" altLang="en-US" sz="1800" i="1" dirty="0">
                <a:solidFill>
                  <a:srgbClr val="000000"/>
                </a:solidFill>
                <a:latin typeface="Consolas" panose="020B0609020204030204" pitchFamily="49" charset="0"/>
              </a:rPr>
              <a:t>Ultra Slim DVD Player Multi Region 5.1 Digital</a:t>
            </a:r>
            <a:r>
              <a:rPr lang="en-US" altLang="en-US" sz="1800" i="1" dirty="0">
                <a:solidFill>
                  <a:srgbClr val="008080"/>
                </a:solidFill>
                <a:latin typeface="Consolas" panose="020B0609020204030204" pitchFamily="49" charset="0"/>
              </a:rPr>
              <a:t>&lt;</a:t>
            </a:r>
            <a:r>
              <a:rPr lang="en-US" altLang="en-US" sz="1800" i="1" dirty="0" err="1">
                <a:solidFill>
                  <a:srgbClr val="3F7F7F"/>
                </a:solidFill>
                <a:latin typeface="Consolas" panose="020B0609020204030204" pitchFamily="49" charset="0"/>
              </a:rPr>
              <a:t>br</a:t>
            </a:r>
            <a:r>
              <a:rPr lang="en-US" altLang="en-US" sz="1800" i="1" dirty="0">
                <a:solidFill>
                  <a:srgbClr val="008080"/>
                </a:solidFill>
                <a:latin typeface="Consolas" panose="020B0609020204030204" pitchFamily="49" charset="0"/>
              </a:rPr>
              <a:t>&gt;</a:t>
            </a:r>
          </a:p>
          <a:p>
            <a:pPr lvl="1">
              <a:buFont typeface="Arial" panose="020B0604020202020204" pitchFamily="34" charset="0"/>
              <a:buNone/>
            </a:pPr>
            <a:r>
              <a:rPr lang="en-US" altLang="en-US" sz="1800" dirty="0">
                <a:solidFill>
                  <a:srgbClr val="008080"/>
                </a:solidFill>
                <a:latin typeface="Consolas" panose="020B0609020204030204" pitchFamily="49" charset="0"/>
              </a:rPr>
              <a:t>// Submits user input to the server side program</a:t>
            </a:r>
          </a:p>
          <a:p>
            <a:pPr lvl="1">
              <a:buFont typeface="Arial" panose="020B0604020202020204" pitchFamily="34" charset="0"/>
              <a:buNone/>
            </a:pPr>
            <a:r>
              <a:rPr lang="en-US" altLang="en-US" sz="1800" dirty="0">
                <a:solidFill>
                  <a:srgbClr val="008080"/>
                </a:solidFill>
                <a:latin typeface="Consolas" panose="020B0609020204030204" pitchFamily="49" charset="0"/>
              </a:rPr>
              <a:t>&lt;</a:t>
            </a:r>
            <a:r>
              <a:rPr lang="en-US" altLang="en-US" sz="1800" dirty="0">
                <a:solidFill>
                  <a:srgbClr val="3F7F7F"/>
                </a:solidFill>
                <a:latin typeface="Consolas" panose="020B0609020204030204" pitchFamily="49" charset="0"/>
              </a:rPr>
              <a:t>input </a:t>
            </a:r>
            <a:r>
              <a:rPr lang="en-US" altLang="en-US" sz="1800" dirty="0">
                <a:solidFill>
                  <a:srgbClr val="7F007F"/>
                </a:solidFill>
                <a:latin typeface="Consolas" panose="020B0609020204030204" pitchFamily="49" charset="0"/>
              </a:rPr>
              <a:t>type</a:t>
            </a:r>
            <a:r>
              <a:rPr lang="en-US" altLang="en-US" sz="1800" dirty="0">
                <a:solidFill>
                  <a:srgbClr val="000000"/>
                </a:solidFill>
                <a:latin typeface="Consolas" panose="020B0609020204030204" pitchFamily="49" charset="0"/>
              </a:rPr>
              <a:t>=</a:t>
            </a:r>
            <a:r>
              <a:rPr lang="en-US" altLang="en-US" sz="1800" i="1" dirty="0">
                <a:solidFill>
                  <a:srgbClr val="2A00FF"/>
                </a:solidFill>
                <a:latin typeface="Consolas" panose="020B0609020204030204" pitchFamily="49" charset="0"/>
              </a:rPr>
              <a:t>"submit" </a:t>
            </a:r>
            <a:r>
              <a:rPr lang="en-US" altLang="en-US" sz="1800" i="1" dirty="0">
                <a:solidFill>
                  <a:srgbClr val="7F007F"/>
                </a:solidFill>
                <a:latin typeface="Consolas" panose="020B0609020204030204" pitchFamily="49" charset="0"/>
              </a:rPr>
              <a:t>name</a:t>
            </a:r>
            <a:r>
              <a:rPr lang="en-US" altLang="en-US" sz="1800" i="1" dirty="0">
                <a:solidFill>
                  <a:srgbClr val="000000"/>
                </a:solidFill>
                <a:latin typeface="Consolas" panose="020B0609020204030204" pitchFamily="49" charset="0"/>
              </a:rPr>
              <a:t>=</a:t>
            </a:r>
            <a:r>
              <a:rPr lang="en-US" altLang="en-US" sz="1800" i="1" dirty="0">
                <a:solidFill>
                  <a:srgbClr val="2A00FF"/>
                </a:solidFill>
                <a:latin typeface="Consolas" panose="020B0609020204030204" pitchFamily="49" charset="0"/>
              </a:rPr>
              <a:t>"Submit" </a:t>
            </a:r>
            <a:r>
              <a:rPr lang="en-US" altLang="en-US" sz="1800" i="1" dirty="0">
                <a:solidFill>
                  <a:srgbClr val="7F007F"/>
                </a:solidFill>
                <a:latin typeface="Consolas" panose="020B0609020204030204" pitchFamily="49" charset="0"/>
              </a:rPr>
              <a:t>value</a:t>
            </a:r>
            <a:r>
              <a:rPr lang="en-US" altLang="en-US" sz="1800" i="1" dirty="0">
                <a:solidFill>
                  <a:srgbClr val="000000"/>
                </a:solidFill>
                <a:latin typeface="Consolas" panose="020B0609020204030204" pitchFamily="49" charset="0"/>
              </a:rPr>
              <a:t>=</a:t>
            </a:r>
            <a:r>
              <a:rPr lang="en-US" altLang="en-US" sz="1800" i="1" dirty="0">
                <a:solidFill>
                  <a:srgbClr val="2A00FF"/>
                </a:solidFill>
                <a:latin typeface="Consolas" panose="020B0609020204030204" pitchFamily="49" charset="0"/>
              </a:rPr>
              <a:t>"Add to Cart"</a:t>
            </a:r>
            <a:r>
              <a:rPr lang="en-US" altLang="en-US" sz="1800" i="1" dirty="0">
                <a:solidFill>
                  <a:srgbClr val="008080"/>
                </a:solidFill>
                <a:latin typeface="Consolas" panose="020B0609020204030204" pitchFamily="49" charset="0"/>
              </a:rPr>
              <a:t>&gt;&lt;</a:t>
            </a:r>
            <a:r>
              <a:rPr lang="en-US" altLang="en-US" sz="1800" i="1" dirty="0" err="1">
                <a:solidFill>
                  <a:srgbClr val="3F7F7F"/>
                </a:solidFill>
                <a:latin typeface="Consolas" panose="020B0609020204030204" pitchFamily="49" charset="0"/>
              </a:rPr>
              <a:t>br</a:t>
            </a:r>
            <a:r>
              <a:rPr lang="en-US" altLang="en-US" sz="1800" i="1" dirty="0">
                <a:solidFill>
                  <a:srgbClr val="008080"/>
                </a:solidFill>
                <a:latin typeface="Consolas" panose="020B0609020204030204" pitchFamily="49" charset="0"/>
              </a:rPr>
              <a:t>&gt;</a:t>
            </a:r>
          </a:p>
          <a:p>
            <a:pPr>
              <a:buFont typeface="Arial" panose="020B0604020202020204" pitchFamily="34" charset="0"/>
              <a:buNone/>
            </a:pPr>
            <a:r>
              <a:rPr lang="en-US" altLang="en-US" sz="1800" dirty="0">
                <a:solidFill>
                  <a:srgbClr val="008080"/>
                </a:solidFill>
                <a:latin typeface="Consolas" panose="020B0609020204030204" pitchFamily="49" charset="0"/>
              </a:rPr>
              <a:t>&lt;/</a:t>
            </a:r>
            <a:r>
              <a:rPr lang="en-US" altLang="en-US" sz="1800" dirty="0">
                <a:solidFill>
                  <a:srgbClr val="3F7F7F"/>
                </a:solidFill>
                <a:latin typeface="Consolas" panose="020B0609020204030204" pitchFamily="49" charset="0"/>
              </a:rPr>
              <a:t>form</a:t>
            </a:r>
            <a:r>
              <a:rPr lang="en-US" altLang="en-US" sz="1800" dirty="0">
                <a:solidFill>
                  <a:srgbClr val="008080"/>
                </a:solidFill>
                <a:latin typeface="Consolas" panose="020B0609020204030204" pitchFamily="49" charset="0"/>
              </a:rPr>
              <a:t>&gt;</a:t>
            </a:r>
            <a:endParaRPr lang="en-US" altLang="en-US" sz="1800" dirty="0"/>
          </a:p>
        </p:txBody>
      </p:sp>
    </p:spTree>
    <p:extLst>
      <p:ext uri="{BB962C8B-B14F-4D97-AF65-F5344CB8AC3E}">
        <p14:creationId xmlns:p14="http://schemas.microsoft.com/office/powerpoint/2010/main" val="2947290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cs typeface="Times New Roman" panose="02020603050405020304" pitchFamily="18" charset="0"/>
                </a:rPr>
                <a:t>Servlet FILTER</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03</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744155" cy="2347437"/>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Servlet Filter là các lớp trong Java có thể được sử dụng trong lập trình Servlet cho các mục đích sau</a:t>
            </a:r>
            <a:endParaRPr lang="en-US" sz="2200" dirty="0">
              <a:latin typeface="Times New Roman" panose="02020603050405020304" pitchFamily="18" charset="0"/>
              <a:cs typeface="Times New Roman" panose="02020603050405020304" pitchFamily="18" charset="0"/>
            </a:endParaRPr>
          </a:p>
          <a:p>
            <a:pPr marL="812165" lvl="1" indent="-342900">
              <a:spcBef>
                <a:spcPts val="595"/>
              </a:spcBef>
              <a:buClr>
                <a:srgbClr val="FF5A33"/>
              </a:buClr>
              <a:buFont typeface="Wingdings" panose="05000000000000000000" pitchFamily="2" charset="2"/>
              <a:buChar char="v"/>
              <a:tabLst>
                <a:tab pos="755015" algn="l"/>
              </a:tabLst>
            </a:pPr>
            <a:r>
              <a:rPr lang="vi-VN" sz="2200" dirty="0">
                <a:latin typeface="Times New Roman" panose="02020603050405020304" pitchFamily="18" charset="0"/>
                <a:cs typeface="Times New Roman" panose="02020603050405020304" pitchFamily="18" charset="0"/>
              </a:rPr>
              <a:t>Để chặn các yêu cầu từ một Client trước khi chúng truy cập một nguồn tại backend.</a:t>
            </a:r>
            <a:endParaRPr lang="en-US" sz="2200" dirty="0">
              <a:latin typeface="Times New Roman" panose="02020603050405020304" pitchFamily="18" charset="0"/>
              <a:cs typeface="Times New Roman" panose="02020603050405020304" pitchFamily="18" charset="0"/>
            </a:endParaRPr>
          </a:p>
          <a:p>
            <a:pPr marL="812165" lvl="1" indent="-342900">
              <a:spcBef>
                <a:spcPts val="595"/>
              </a:spcBef>
              <a:buClr>
                <a:srgbClr val="FF5A33"/>
              </a:buClr>
              <a:buFont typeface="Wingdings" panose="05000000000000000000" pitchFamily="2" charset="2"/>
              <a:buChar char="v"/>
              <a:tabLst>
                <a:tab pos="755015" algn="l"/>
              </a:tabLst>
            </a:pPr>
            <a:r>
              <a:rPr lang="vi-VN" sz="2200" dirty="0">
                <a:latin typeface="Times New Roman" panose="02020603050405020304" pitchFamily="18" charset="0"/>
                <a:cs typeface="Times New Roman" panose="02020603050405020304" pitchFamily="18" charset="0"/>
              </a:rPr>
              <a:t>Để thao tác các phản hồi từ Server trước khi chúng được gửi trở lại tới Client.</a:t>
            </a:r>
            <a:endParaRPr lang="vi-VN" sz="2400" spc="-120" dirty="0">
              <a:latin typeface="+mj-lt"/>
              <a:cs typeface="Arial"/>
            </a:endParaRPr>
          </a:p>
        </p:txBody>
      </p:sp>
      <p:pic>
        <p:nvPicPr>
          <p:cNvPr id="14" name="Picture 13"/>
          <p:cNvPicPr>
            <a:picLocks noChangeAspect="1"/>
          </p:cNvPicPr>
          <p:nvPr/>
        </p:nvPicPr>
        <p:blipFill>
          <a:blip r:embed="rId4"/>
          <a:stretch>
            <a:fillRect/>
          </a:stretch>
        </p:blipFill>
        <p:spPr>
          <a:xfrm>
            <a:off x="3200400" y="3735800"/>
            <a:ext cx="4953000" cy="2914442"/>
          </a:xfrm>
          <a:prstGeom prst="rect">
            <a:avLst/>
          </a:prstGeom>
        </p:spPr>
      </p:pic>
    </p:spTree>
    <p:extLst>
      <p:ext uri="{BB962C8B-B14F-4D97-AF65-F5344CB8AC3E}">
        <p14:creationId xmlns:p14="http://schemas.microsoft.com/office/powerpoint/2010/main" val="2807533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cs typeface="Times New Roman" panose="02020603050405020304" pitchFamily="18" charset="0"/>
                </a:rPr>
                <a:t>Servlet FILTER</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03</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9048955" cy="3778599"/>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Để tạo </a:t>
            </a:r>
            <a:r>
              <a:rPr lang="en-US" sz="2400" dirty="0">
                <a:latin typeface="Times New Roman" panose="02020603050405020304" pitchFamily="18" charset="0"/>
                <a:cs typeface="Times New Roman" panose="02020603050405020304" pitchFamily="18" charset="0"/>
              </a:rPr>
              <a:t>filter</a:t>
            </a:r>
            <a:r>
              <a:rPr lang="vi-VN" sz="2400" dirty="0">
                <a:latin typeface="Times New Roman" panose="02020603050405020304" pitchFamily="18" charset="0"/>
                <a:cs typeface="Times New Roman" panose="02020603050405020304" pitchFamily="18" charset="0"/>
              </a:rPr>
              <a:t>, chúng ta phải </a:t>
            </a:r>
            <a:r>
              <a:rPr lang="en-US" sz="2400" dirty="0">
                <a:latin typeface="Times New Roman" panose="02020603050405020304" pitchFamily="18" charset="0"/>
                <a:cs typeface="Times New Roman" panose="02020603050405020304" pitchFamily="18" charset="0"/>
              </a:rPr>
              <a:t>implement interface</a:t>
            </a:r>
            <a:r>
              <a:rPr lang="vi-VN" sz="2400" dirty="0">
                <a:latin typeface="Times New Roman" panose="02020603050405020304" pitchFamily="18" charset="0"/>
                <a:cs typeface="Times New Roman" panose="02020603050405020304" pitchFamily="18" charset="0"/>
              </a:rPr>
              <a:t> Filter</a:t>
            </a:r>
            <a:r>
              <a:rPr lang="en-US"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 cung cấp các phương thức vòng đời </a:t>
            </a:r>
            <a:r>
              <a:rPr lang="en-US" sz="2400" dirty="0" err="1">
                <a:latin typeface="Times New Roman" panose="02020603050405020304" pitchFamily="18" charset="0"/>
                <a:cs typeface="Times New Roman" panose="02020603050405020304" pitchFamily="18" charset="0"/>
              </a:rPr>
              <a:t>như</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sau:</a:t>
            </a:r>
            <a:endParaRPr lang="en-US" sz="2200" dirty="0">
              <a:latin typeface="Times New Roman" panose="02020603050405020304" pitchFamily="18" charset="0"/>
              <a:cs typeface="Times New Roman" panose="02020603050405020304" pitchFamily="18" charset="0"/>
            </a:endParaRPr>
          </a:p>
          <a:p>
            <a:pPr marL="812165" lvl="1" indent="-342900">
              <a:spcBef>
                <a:spcPts val="595"/>
              </a:spcBef>
              <a:buClr>
                <a:srgbClr val="FF5A33"/>
              </a:buClr>
              <a:buFont typeface="Wingdings" panose="05000000000000000000" pitchFamily="2" charset="2"/>
              <a:buChar char="v"/>
              <a:tabLst>
                <a:tab pos="755015" algn="l"/>
              </a:tabLst>
            </a:pPr>
            <a:r>
              <a:rPr lang="vi-VN" sz="2200" b="1" dirty="0">
                <a:latin typeface="Times New Roman" panose="02020603050405020304" pitchFamily="18" charset="0"/>
                <a:cs typeface="Times New Roman" panose="02020603050405020304" pitchFamily="18" charset="0"/>
              </a:rPr>
              <a:t>public void doFilter (ServletRequest, ServletResponse, FilterChain)</a:t>
            </a:r>
            <a:r>
              <a:rPr lang="en-US" sz="2200" b="1" dirty="0">
                <a:latin typeface="Times New Roman" panose="02020603050405020304" pitchFamily="18" charset="0"/>
                <a:cs typeface="Times New Roman" panose="02020603050405020304" pitchFamily="18" charset="0"/>
              </a:rPr>
              <a:t>:</a:t>
            </a:r>
            <a:r>
              <a:rPr lang="vi-VN" sz="2200" dirty="0">
                <a:latin typeface="Times New Roman" panose="02020603050405020304" pitchFamily="18" charset="0"/>
                <a:cs typeface="Times New Roman" panose="02020603050405020304" pitchFamily="18" charset="0"/>
              </a:rPr>
              <a:t> Phương thức này được gọi bởi container mỗi khi một cặp request/response được truyền thông qua chain.</a:t>
            </a:r>
          </a:p>
          <a:p>
            <a:pPr marL="812165" lvl="1" indent="-342900">
              <a:spcBef>
                <a:spcPts val="595"/>
              </a:spcBef>
              <a:buClr>
                <a:srgbClr val="FF5A33"/>
              </a:buClr>
              <a:buFont typeface="Wingdings" panose="05000000000000000000" pitchFamily="2" charset="2"/>
              <a:buChar char="v"/>
              <a:tabLst>
                <a:tab pos="755015" algn="l"/>
              </a:tabLst>
            </a:pPr>
            <a:r>
              <a:rPr lang="vi-VN" sz="2200" b="1" dirty="0">
                <a:latin typeface="Times New Roman" panose="02020603050405020304" pitchFamily="18" charset="0"/>
                <a:cs typeface="Times New Roman" panose="02020603050405020304" pitchFamily="18" charset="0"/>
              </a:rPr>
              <a:t>public void init(FilterConfig filterConfig)</a:t>
            </a:r>
            <a:r>
              <a:rPr lang="en-US" sz="2200" b="1"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 </a:t>
            </a:r>
            <a:r>
              <a:rPr lang="vi-VN" sz="2200" dirty="0">
                <a:latin typeface="Times New Roman" panose="02020603050405020304" pitchFamily="18" charset="0"/>
                <a:cs typeface="Times New Roman" panose="02020603050405020304" pitchFamily="18" charset="0"/>
              </a:rPr>
              <a:t>Phương thức này được triệu hồi bởi Web container để chỉ một Filter mà đang được đặt bên trong service</a:t>
            </a:r>
            <a:endParaRPr lang="en-US" sz="2200" dirty="0">
              <a:latin typeface="Times New Roman" panose="02020603050405020304" pitchFamily="18" charset="0"/>
              <a:cs typeface="Times New Roman" panose="02020603050405020304" pitchFamily="18" charset="0"/>
            </a:endParaRPr>
          </a:p>
          <a:p>
            <a:pPr marL="812165" lvl="1" indent="-342900">
              <a:spcBef>
                <a:spcPts val="595"/>
              </a:spcBef>
              <a:buClr>
                <a:srgbClr val="FF5A33"/>
              </a:buClr>
              <a:buFont typeface="Wingdings" panose="05000000000000000000" pitchFamily="2" charset="2"/>
              <a:buChar char="v"/>
              <a:tabLst>
                <a:tab pos="755015" algn="l"/>
              </a:tabLst>
            </a:pPr>
            <a:r>
              <a:rPr lang="vi-VN" sz="2200" b="1" dirty="0">
                <a:latin typeface="Times New Roman" panose="02020603050405020304" pitchFamily="18" charset="0"/>
                <a:cs typeface="Times New Roman" panose="02020603050405020304" pitchFamily="18" charset="0"/>
              </a:rPr>
              <a:t>public void destroy()</a:t>
            </a:r>
            <a:r>
              <a:rPr lang="en-US" sz="2200" b="1" dirty="0">
                <a:latin typeface="Times New Roman" panose="02020603050405020304" pitchFamily="18" charset="0"/>
                <a:cs typeface="Times New Roman" panose="02020603050405020304" pitchFamily="18" charset="0"/>
              </a:rPr>
              <a:t>:</a:t>
            </a:r>
            <a:r>
              <a:rPr lang="vi-VN" sz="2200" dirty="0">
                <a:latin typeface="Times New Roman" panose="02020603050405020304" pitchFamily="18" charset="0"/>
                <a:cs typeface="Times New Roman" panose="02020603050405020304" pitchFamily="18" charset="0"/>
              </a:rPr>
              <a:t>Phương thức được gọi bởi Web container để chỉ một Filter bị hủy khỏi service</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3615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cs typeface="Times New Roman" panose="02020603050405020304" pitchFamily="18" charset="0"/>
                </a:rPr>
                <a:t>Servlet FILTER</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03</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3713795" cy="1624163"/>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Ví dụ sau về Servlet Filter sẽ in địa chỉ IP và thời gian hiện tại của Client:</a:t>
            </a:r>
            <a:endParaRPr lang="en-US" sz="2200" dirty="0">
              <a:latin typeface="Times New Roman" panose="02020603050405020304" pitchFamily="18" charset="0"/>
              <a:cs typeface="Times New Roman" panose="02020603050405020304" pitchFamily="18" charset="0"/>
            </a:endParaRPr>
          </a:p>
          <a:p>
            <a:pPr marL="812165" lvl="1" indent="-342900">
              <a:spcBef>
                <a:spcPts val="595"/>
              </a:spcBef>
              <a:buClr>
                <a:srgbClr val="FF5A33"/>
              </a:buClr>
              <a:buFont typeface="Wingdings" panose="05000000000000000000" pitchFamily="2" charset="2"/>
              <a:buChar char="v"/>
              <a:tabLst>
                <a:tab pos="755015" algn="l"/>
              </a:tabLst>
            </a:pPr>
            <a:endParaRPr lang="en-US" sz="2200" dirty="0">
              <a:latin typeface="Times New Roman" panose="02020603050405020304" pitchFamily="18" charset="0"/>
              <a:cs typeface="Times New Roman" panose="02020603050405020304" pitchFamily="18" charset="0"/>
            </a:endParaRPr>
          </a:p>
        </p:txBody>
      </p:sp>
      <p:sp>
        <p:nvSpPr>
          <p:cNvPr id="5" name="Rectangle 4"/>
          <p:cNvSpPr/>
          <p:nvPr/>
        </p:nvSpPr>
        <p:spPr>
          <a:xfrm>
            <a:off x="5471937" y="1610343"/>
            <a:ext cx="5715000" cy="4985980"/>
          </a:xfrm>
          <a:prstGeom prst="rect">
            <a:avLst/>
          </a:prstGeom>
        </p:spPr>
        <p:txBody>
          <a:bodyPr wrap="square">
            <a:spAutoFit/>
          </a:bodyPr>
          <a:lstStyle/>
          <a:p>
            <a:endParaRPr lang="en-US" dirty="0"/>
          </a:p>
          <a:p>
            <a:r>
              <a:rPr lang="en-US" sz="1000" dirty="0">
                <a:latin typeface="Consolas" panose="020B0609020204030204" pitchFamily="49" charset="0"/>
              </a:rPr>
              <a:t>// Implements Filter class</a:t>
            </a:r>
          </a:p>
          <a:p>
            <a:r>
              <a:rPr lang="en-US" sz="1000" dirty="0">
                <a:latin typeface="Consolas" panose="020B0609020204030204" pitchFamily="49" charset="0"/>
              </a:rPr>
              <a:t>public class </a:t>
            </a:r>
            <a:r>
              <a:rPr lang="en-US" sz="1000" dirty="0" err="1">
                <a:latin typeface="Consolas" panose="020B0609020204030204" pitchFamily="49" charset="0"/>
              </a:rPr>
              <a:t>LogFilter</a:t>
            </a:r>
            <a:r>
              <a:rPr lang="en-US" sz="1000" dirty="0">
                <a:latin typeface="Consolas" panose="020B0609020204030204" pitchFamily="49" charset="0"/>
              </a:rPr>
              <a:t> implements Filter  {</a:t>
            </a:r>
          </a:p>
          <a:p>
            <a:r>
              <a:rPr lang="en-US" sz="1000" dirty="0">
                <a:latin typeface="Consolas" panose="020B0609020204030204" pitchFamily="49" charset="0"/>
              </a:rPr>
              <a:t>   public void  </a:t>
            </a:r>
            <a:r>
              <a:rPr lang="en-US" sz="1000" dirty="0" err="1">
                <a:latin typeface="Consolas" panose="020B0609020204030204" pitchFamily="49" charset="0"/>
              </a:rPr>
              <a:t>init</a:t>
            </a:r>
            <a:r>
              <a:rPr lang="en-US" sz="1000" dirty="0">
                <a:latin typeface="Consolas" panose="020B0609020204030204" pitchFamily="49" charset="0"/>
              </a:rPr>
              <a:t>(</a:t>
            </a:r>
            <a:r>
              <a:rPr lang="en-US" sz="1000" dirty="0" err="1">
                <a:latin typeface="Consolas" panose="020B0609020204030204" pitchFamily="49" charset="0"/>
              </a:rPr>
              <a:t>FilterConfig</a:t>
            </a:r>
            <a:r>
              <a:rPr lang="en-US" sz="1000" dirty="0">
                <a:latin typeface="Consolas" panose="020B0609020204030204" pitchFamily="49" charset="0"/>
              </a:rPr>
              <a:t> </a:t>
            </a:r>
            <a:r>
              <a:rPr lang="en-US" sz="1000" dirty="0" err="1">
                <a:latin typeface="Consolas" panose="020B0609020204030204" pitchFamily="49" charset="0"/>
              </a:rPr>
              <a:t>config</a:t>
            </a:r>
            <a:r>
              <a:rPr lang="en-US" sz="1000" dirty="0">
                <a:latin typeface="Consolas" panose="020B0609020204030204" pitchFamily="49" charset="0"/>
              </a:rPr>
              <a:t>) </a:t>
            </a:r>
          </a:p>
          <a:p>
            <a:r>
              <a:rPr lang="en-US" sz="1000" dirty="0">
                <a:latin typeface="Consolas" panose="020B0609020204030204" pitchFamily="49" charset="0"/>
              </a:rPr>
              <a:t>                         throws </a:t>
            </a:r>
            <a:r>
              <a:rPr lang="en-US" sz="1000" dirty="0" err="1">
                <a:latin typeface="Consolas" panose="020B0609020204030204" pitchFamily="49" charset="0"/>
              </a:rPr>
              <a:t>ServletException</a:t>
            </a:r>
            <a:r>
              <a:rPr lang="en-US" sz="1000" dirty="0">
                <a:latin typeface="Consolas" panose="020B0609020204030204" pitchFamily="49" charset="0"/>
              </a:rPr>
              <a:t>{</a:t>
            </a:r>
          </a:p>
          <a:p>
            <a:r>
              <a:rPr lang="en-US" sz="1000" dirty="0">
                <a:latin typeface="Consolas" panose="020B0609020204030204" pitchFamily="49" charset="0"/>
              </a:rPr>
              <a:t>      // Get </a:t>
            </a:r>
            <a:r>
              <a:rPr lang="en-US" sz="1000" dirty="0" err="1">
                <a:latin typeface="Consolas" panose="020B0609020204030204" pitchFamily="49" charset="0"/>
              </a:rPr>
              <a:t>init</a:t>
            </a:r>
            <a:r>
              <a:rPr lang="en-US" sz="1000" dirty="0">
                <a:latin typeface="Consolas" panose="020B0609020204030204" pitchFamily="49" charset="0"/>
              </a:rPr>
              <a:t> parameter </a:t>
            </a:r>
          </a:p>
          <a:p>
            <a:r>
              <a:rPr lang="en-US" sz="1000" dirty="0">
                <a:latin typeface="Consolas" panose="020B0609020204030204" pitchFamily="49" charset="0"/>
              </a:rPr>
              <a:t>      String </a:t>
            </a:r>
            <a:r>
              <a:rPr lang="en-US" sz="1000" dirty="0" err="1">
                <a:latin typeface="Consolas" panose="020B0609020204030204" pitchFamily="49" charset="0"/>
              </a:rPr>
              <a:t>testParam</a:t>
            </a:r>
            <a:r>
              <a:rPr lang="en-US" sz="1000" dirty="0">
                <a:latin typeface="Consolas" panose="020B0609020204030204" pitchFamily="49" charset="0"/>
              </a:rPr>
              <a:t> = </a:t>
            </a:r>
            <a:r>
              <a:rPr lang="en-US" sz="1000" dirty="0" err="1">
                <a:latin typeface="Consolas" panose="020B0609020204030204" pitchFamily="49" charset="0"/>
              </a:rPr>
              <a:t>config.getInitParameter</a:t>
            </a:r>
            <a:r>
              <a:rPr lang="en-US" sz="1000" dirty="0">
                <a:latin typeface="Consolas" panose="020B0609020204030204" pitchFamily="49" charset="0"/>
              </a:rPr>
              <a:t>("test-</a:t>
            </a:r>
            <a:r>
              <a:rPr lang="en-US" sz="1000" dirty="0" err="1">
                <a:latin typeface="Consolas" panose="020B0609020204030204" pitchFamily="49" charset="0"/>
              </a:rPr>
              <a:t>param</a:t>
            </a:r>
            <a:r>
              <a:rPr lang="en-US" sz="1000" dirty="0">
                <a:latin typeface="Consolas" panose="020B0609020204030204" pitchFamily="49" charset="0"/>
              </a:rPr>
              <a:t>"); </a:t>
            </a:r>
          </a:p>
          <a:p>
            <a:endParaRPr lang="en-US" sz="1000" dirty="0">
              <a:latin typeface="Consolas" panose="020B0609020204030204" pitchFamily="49" charset="0"/>
            </a:endParaRPr>
          </a:p>
          <a:p>
            <a:r>
              <a:rPr lang="en-US" sz="1000" dirty="0">
                <a:latin typeface="Consolas" panose="020B0609020204030204" pitchFamily="49" charset="0"/>
              </a:rPr>
              <a:t>      //Print the </a:t>
            </a:r>
            <a:r>
              <a:rPr lang="en-US" sz="1000" dirty="0" err="1">
                <a:latin typeface="Consolas" panose="020B0609020204030204" pitchFamily="49" charset="0"/>
              </a:rPr>
              <a:t>init</a:t>
            </a:r>
            <a:r>
              <a:rPr lang="en-US" sz="1000" dirty="0">
                <a:latin typeface="Consolas" panose="020B0609020204030204" pitchFamily="49" charset="0"/>
              </a:rPr>
              <a:t> parameter </a:t>
            </a:r>
          </a:p>
          <a:p>
            <a:r>
              <a:rPr lang="en-US" sz="1000" dirty="0">
                <a:latin typeface="Consolas" panose="020B0609020204030204" pitchFamily="49" charset="0"/>
              </a:rPr>
              <a:t>      </a:t>
            </a:r>
            <a:r>
              <a:rPr lang="en-US" sz="1000" dirty="0" err="1">
                <a:latin typeface="Consolas" panose="020B0609020204030204" pitchFamily="49" charset="0"/>
              </a:rPr>
              <a:t>System.out.println</a:t>
            </a:r>
            <a:r>
              <a:rPr lang="en-US" sz="1000" dirty="0">
                <a:latin typeface="Consolas" panose="020B0609020204030204" pitchFamily="49" charset="0"/>
              </a:rPr>
              <a:t>("Test </a:t>
            </a:r>
            <a:r>
              <a:rPr lang="en-US" sz="1000" dirty="0" err="1">
                <a:latin typeface="Consolas" panose="020B0609020204030204" pitchFamily="49" charset="0"/>
              </a:rPr>
              <a:t>Param</a:t>
            </a:r>
            <a:r>
              <a:rPr lang="en-US" sz="1000" dirty="0">
                <a:latin typeface="Consolas" panose="020B0609020204030204" pitchFamily="49" charset="0"/>
              </a:rPr>
              <a:t>: " + </a:t>
            </a:r>
            <a:r>
              <a:rPr lang="en-US" sz="1000" dirty="0" err="1">
                <a:latin typeface="Consolas" panose="020B0609020204030204" pitchFamily="49" charset="0"/>
              </a:rPr>
              <a:t>testParam</a:t>
            </a:r>
            <a:r>
              <a:rPr lang="en-US" sz="1000" dirty="0">
                <a:latin typeface="Consolas" panose="020B0609020204030204" pitchFamily="49" charset="0"/>
              </a:rPr>
              <a:t>); </a:t>
            </a:r>
          </a:p>
          <a:p>
            <a:r>
              <a:rPr lang="en-US" sz="1000" dirty="0">
                <a:latin typeface="Consolas" panose="020B0609020204030204" pitchFamily="49" charset="0"/>
              </a:rPr>
              <a:t>   }</a:t>
            </a:r>
          </a:p>
          <a:p>
            <a:r>
              <a:rPr lang="en-US" sz="1000" dirty="0">
                <a:latin typeface="Consolas" panose="020B0609020204030204" pitchFamily="49" charset="0"/>
              </a:rPr>
              <a:t>   public void  </a:t>
            </a:r>
            <a:r>
              <a:rPr lang="en-US" sz="1000" dirty="0" err="1">
                <a:latin typeface="Consolas" panose="020B0609020204030204" pitchFamily="49" charset="0"/>
              </a:rPr>
              <a:t>doFilter</a:t>
            </a:r>
            <a:r>
              <a:rPr lang="en-US" sz="1000" dirty="0">
                <a:latin typeface="Consolas" panose="020B0609020204030204" pitchFamily="49" charset="0"/>
              </a:rPr>
              <a:t>(</a:t>
            </a:r>
            <a:r>
              <a:rPr lang="en-US" sz="1000" dirty="0" err="1">
                <a:latin typeface="Consolas" panose="020B0609020204030204" pitchFamily="49" charset="0"/>
              </a:rPr>
              <a:t>ServletRequest</a:t>
            </a:r>
            <a:r>
              <a:rPr lang="en-US" sz="1000" dirty="0">
                <a:latin typeface="Consolas" panose="020B0609020204030204" pitchFamily="49" charset="0"/>
              </a:rPr>
              <a:t> request, </a:t>
            </a:r>
          </a:p>
          <a:p>
            <a:r>
              <a:rPr lang="en-US" sz="1000" dirty="0">
                <a:latin typeface="Consolas" panose="020B0609020204030204" pitchFamily="49" charset="0"/>
              </a:rPr>
              <a:t>                 </a:t>
            </a:r>
            <a:r>
              <a:rPr lang="en-US" sz="1000" dirty="0" err="1">
                <a:latin typeface="Consolas" panose="020B0609020204030204" pitchFamily="49" charset="0"/>
              </a:rPr>
              <a:t>ServletResponse</a:t>
            </a:r>
            <a:r>
              <a:rPr lang="en-US" sz="1000" dirty="0">
                <a:latin typeface="Consolas" panose="020B0609020204030204" pitchFamily="49" charset="0"/>
              </a:rPr>
              <a:t> response,</a:t>
            </a:r>
          </a:p>
          <a:p>
            <a:r>
              <a:rPr lang="en-US" sz="1000" dirty="0">
                <a:latin typeface="Consolas" panose="020B0609020204030204" pitchFamily="49" charset="0"/>
              </a:rPr>
              <a:t>                 </a:t>
            </a:r>
            <a:r>
              <a:rPr lang="en-US" sz="1000" dirty="0" err="1">
                <a:latin typeface="Consolas" panose="020B0609020204030204" pitchFamily="49" charset="0"/>
              </a:rPr>
              <a:t>FilterChain</a:t>
            </a:r>
            <a:r>
              <a:rPr lang="en-US" sz="1000" dirty="0">
                <a:latin typeface="Consolas" panose="020B0609020204030204" pitchFamily="49" charset="0"/>
              </a:rPr>
              <a:t> chain) </a:t>
            </a:r>
          </a:p>
          <a:p>
            <a:r>
              <a:rPr lang="en-US" sz="1000" dirty="0">
                <a:latin typeface="Consolas" panose="020B0609020204030204" pitchFamily="49" charset="0"/>
              </a:rPr>
              <a:t>                 throws </a:t>
            </a:r>
            <a:r>
              <a:rPr lang="en-US" sz="1000" dirty="0" err="1">
                <a:latin typeface="Consolas" panose="020B0609020204030204" pitchFamily="49" charset="0"/>
              </a:rPr>
              <a:t>java.io.IOException</a:t>
            </a:r>
            <a:r>
              <a:rPr lang="en-US" sz="1000" dirty="0">
                <a:latin typeface="Consolas" panose="020B0609020204030204" pitchFamily="49" charset="0"/>
              </a:rPr>
              <a:t>, </a:t>
            </a:r>
            <a:r>
              <a:rPr lang="en-US" sz="1000" dirty="0" err="1">
                <a:latin typeface="Consolas" panose="020B0609020204030204" pitchFamily="49" charset="0"/>
              </a:rPr>
              <a:t>ServletException</a:t>
            </a:r>
            <a:r>
              <a:rPr lang="en-US" sz="1000" dirty="0">
                <a:latin typeface="Consolas" panose="020B0609020204030204" pitchFamily="49" charset="0"/>
              </a:rPr>
              <a:t> {</a:t>
            </a:r>
          </a:p>
          <a:p>
            <a:endParaRPr lang="en-US" sz="1000" dirty="0">
              <a:latin typeface="Consolas" panose="020B0609020204030204" pitchFamily="49" charset="0"/>
            </a:endParaRPr>
          </a:p>
          <a:p>
            <a:r>
              <a:rPr lang="en-US" sz="1000" dirty="0">
                <a:latin typeface="Consolas" panose="020B0609020204030204" pitchFamily="49" charset="0"/>
              </a:rPr>
              <a:t>      // Get the IP address of client machine.   </a:t>
            </a:r>
          </a:p>
          <a:p>
            <a:r>
              <a:rPr lang="en-US" sz="1000" dirty="0">
                <a:latin typeface="Consolas" panose="020B0609020204030204" pitchFamily="49" charset="0"/>
              </a:rPr>
              <a:t>      String </a:t>
            </a:r>
            <a:r>
              <a:rPr lang="en-US" sz="1000" dirty="0" err="1">
                <a:latin typeface="Consolas" panose="020B0609020204030204" pitchFamily="49" charset="0"/>
              </a:rPr>
              <a:t>ipAddress</a:t>
            </a:r>
            <a:r>
              <a:rPr lang="en-US" sz="1000" dirty="0">
                <a:latin typeface="Consolas" panose="020B0609020204030204" pitchFamily="49" charset="0"/>
              </a:rPr>
              <a:t> = </a:t>
            </a:r>
            <a:r>
              <a:rPr lang="en-US" sz="1000" dirty="0" err="1">
                <a:latin typeface="Consolas" panose="020B0609020204030204" pitchFamily="49" charset="0"/>
              </a:rPr>
              <a:t>request.getRemoteAddr</a:t>
            </a:r>
            <a:r>
              <a:rPr lang="en-US" sz="1000" dirty="0">
                <a:latin typeface="Consolas" panose="020B0609020204030204" pitchFamily="49" charset="0"/>
              </a:rPr>
              <a:t>();</a:t>
            </a:r>
          </a:p>
          <a:p>
            <a:endParaRPr lang="en-US" sz="1000" dirty="0">
              <a:latin typeface="Consolas" panose="020B0609020204030204" pitchFamily="49" charset="0"/>
            </a:endParaRPr>
          </a:p>
          <a:p>
            <a:r>
              <a:rPr lang="en-US" sz="1000" dirty="0">
                <a:latin typeface="Consolas" panose="020B0609020204030204" pitchFamily="49" charset="0"/>
              </a:rPr>
              <a:t>      // Log the IP address and current timestamp.</a:t>
            </a:r>
          </a:p>
          <a:p>
            <a:r>
              <a:rPr lang="en-US" sz="1000" dirty="0">
                <a:latin typeface="Consolas" panose="020B0609020204030204" pitchFamily="49" charset="0"/>
              </a:rPr>
              <a:t>      </a:t>
            </a:r>
            <a:r>
              <a:rPr lang="en-US" sz="1000" dirty="0" err="1">
                <a:latin typeface="Consolas" panose="020B0609020204030204" pitchFamily="49" charset="0"/>
              </a:rPr>
              <a:t>System.out.println</a:t>
            </a:r>
            <a:r>
              <a:rPr lang="en-US" sz="1000" dirty="0">
                <a:latin typeface="Consolas" panose="020B0609020204030204" pitchFamily="49" charset="0"/>
              </a:rPr>
              <a:t>("IP "+ </a:t>
            </a:r>
            <a:r>
              <a:rPr lang="en-US" sz="1000" dirty="0" err="1">
                <a:latin typeface="Consolas" panose="020B0609020204030204" pitchFamily="49" charset="0"/>
              </a:rPr>
              <a:t>ipAddress</a:t>
            </a:r>
            <a:r>
              <a:rPr lang="en-US" sz="1000" dirty="0">
                <a:latin typeface="Consolas" panose="020B0609020204030204" pitchFamily="49" charset="0"/>
              </a:rPr>
              <a:t> + ", Time "</a:t>
            </a:r>
          </a:p>
          <a:p>
            <a:r>
              <a:rPr lang="en-US" sz="1000" dirty="0">
                <a:latin typeface="Consolas" panose="020B0609020204030204" pitchFamily="49" charset="0"/>
              </a:rPr>
              <a:t>                                       + new Date().</a:t>
            </a:r>
            <a:r>
              <a:rPr lang="en-US" sz="1000" dirty="0" err="1">
                <a:latin typeface="Consolas" panose="020B0609020204030204" pitchFamily="49" charset="0"/>
              </a:rPr>
              <a:t>toString</a:t>
            </a:r>
            <a:r>
              <a:rPr lang="en-US" sz="1000" dirty="0">
                <a:latin typeface="Consolas" panose="020B0609020204030204" pitchFamily="49" charset="0"/>
              </a:rPr>
              <a:t>());</a:t>
            </a:r>
          </a:p>
          <a:p>
            <a:endParaRPr lang="en-US" sz="1000" dirty="0">
              <a:latin typeface="Consolas" panose="020B0609020204030204" pitchFamily="49" charset="0"/>
            </a:endParaRPr>
          </a:p>
          <a:p>
            <a:r>
              <a:rPr lang="en-US" sz="1000" dirty="0">
                <a:latin typeface="Consolas" panose="020B0609020204030204" pitchFamily="49" charset="0"/>
              </a:rPr>
              <a:t>      // Pass request back down the filter chain</a:t>
            </a:r>
          </a:p>
          <a:p>
            <a:r>
              <a:rPr lang="en-US" sz="1000" dirty="0">
                <a:latin typeface="Consolas" panose="020B0609020204030204" pitchFamily="49" charset="0"/>
              </a:rPr>
              <a:t>      </a:t>
            </a:r>
            <a:r>
              <a:rPr lang="en-US" sz="1000" dirty="0" err="1">
                <a:latin typeface="Consolas" panose="020B0609020204030204" pitchFamily="49" charset="0"/>
              </a:rPr>
              <a:t>chain.doFilter</a:t>
            </a:r>
            <a:r>
              <a:rPr lang="en-US" sz="1000" dirty="0">
                <a:latin typeface="Consolas" panose="020B0609020204030204" pitchFamily="49" charset="0"/>
              </a:rPr>
              <a:t>(</a:t>
            </a:r>
            <a:r>
              <a:rPr lang="en-US" sz="1000" dirty="0" err="1">
                <a:latin typeface="Consolas" panose="020B0609020204030204" pitchFamily="49" charset="0"/>
              </a:rPr>
              <a:t>request,response</a:t>
            </a:r>
            <a:r>
              <a:rPr lang="en-US" sz="1000" dirty="0">
                <a:latin typeface="Consolas" panose="020B0609020204030204" pitchFamily="49" charset="0"/>
              </a:rPr>
              <a:t>);</a:t>
            </a:r>
          </a:p>
          <a:p>
            <a:r>
              <a:rPr lang="en-US" sz="1000" dirty="0">
                <a:latin typeface="Consolas" panose="020B0609020204030204" pitchFamily="49" charset="0"/>
              </a:rPr>
              <a:t>   }</a:t>
            </a:r>
          </a:p>
          <a:p>
            <a:r>
              <a:rPr lang="en-US" sz="1000" dirty="0">
                <a:latin typeface="Consolas" panose="020B0609020204030204" pitchFamily="49" charset="0"/>
              </a:rPr>
              <a:t>   public void destroy( ){</a:t>
            </a:r>
          </a:p>
          <a:p>
            <a:r>
              <a:rPr lang="en-US" sz="1000" dirty="0">
                <a:latin typeface="Consolas" panose="020B0609020204030204" pitchFamily="49" charset="0"/>
              </a:rPr>
              <a:t>      /* Called before the Filter instance is removed </a:t>
            </a:r>
          </a:p>
          <a:p>
            <a:r>
              <a:rPr lang="en-US" sz="1000" dirty="0">
                <a:latin typeface="Consolas" panose="020B0609020204030204" pitchFamily="49" charset="0"/>
              </a:rPr>
              <a:t>      from service by the web container*/</a:t>
            </a:r>
          </a:p>
          <a:p>
            <a:r>
              <a:rPr lang="en-US" sz="1000" dirty="0">
                <a:latin typeface="Consolas" panose="020B0609020204030204" pitchFamily="49" charset="0"/>
              </a:rPr>
              <a:t>   }</a:t>
            </a:r>
          </a:p>
          <a:p>
            <a:r>
              <a:rPr lang="en-US" sz="1000" dirty="0">
                <a:latin typeface="Consolas" panose="020B0609020204030204" pitchFamily="49" charset="0"/>
              </a:rPr>
              <a:t>}</a:t>
            </a:r>
          </a:p>
        </p:txBody>
      </p:sp>
    </p:spTree>
    <p:extLst>
      <p:ext uri="{BB962C8B-B14F-4D97-AF65-F5344CB8AC3E}">
        <p14:creationId xmlns:p14="http://schemas.microsoft.com/office/powerpoint/2010/main" val="1158964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524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Đối</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tượng</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ẩn</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trong</a:t>
              </a:r>
              <a:r>
                <a:rPr lang="en-US" altLang="zh-CN" sz="2800" b="1" dirty="0">
                  <a:solidFill>
                    <a:schemeClr val="bg1"/>
                  </a:solidFill>
                  <a:latin typeface="Times New Roman" panose="02020603050405020304" pitchFamily="18" charset="0"/>
                  <a:cs typeface="Times New Roman" panose="02020603050405020304" pitchFamily="18" charset="0"/>
                </a:rPr>
                <a:t> JSP (Implicit Objects)</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04</a:t>
              </a:r>
              <a:endParaRPr lang="zh-CN" altLang="en-US" sz="2800" dirty="0">
                <a:solidFill>
                  <a:schemeClr val="bg1"/>
                </a:solidFill>
                <a:latin typeface="Impact" panose="020B0806030902050204" pitchFamily="34" charset="0"/>
              </a:endParaRPr>
            </a:p>
          </p:txBody>
        </p:sp>
      </p:grpSp>
      <p:sp>
        <p:nvSpPr>
          <p:cNvPr id="2" name="AutoShape 2" descr="https://s1.o7planning.com/web-rs/web-image/vi/arf-1008117-vi.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https://s1.o7planning.com/web-rs/web-image/vi/arf-1008117-vi.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5" name="Table 4"/>
          <p:cNvGraphicFramePr>
            <a:graphicFrameLocks noGrp="1"/>
          </p:cNvGraphicFramePr>
          <p:nvPr/>
        </p:nvGraphicFramePr>
        <p:xfrm>
          <a:off x="1466645" y="1691694"/>
          <a:ext cx="8260226" cy="4416913"/>
        </p:xfrm>
        <a:graphic>
          <a:graphicData uri="http://schemas.openxmlformats.org/drawingml/2006/table">
            <a:tbl>
              <a:tblPr/>
              <a:tblGrid>
                <a:gridCol w="1657555">
                  <a:extLst>
                    <a:ext uri="{9D8B030D-6E8A-4147-A177-3AD203B41FA5}">
                      <a16:colId xmlns:a16="http://schemas.microsoft.com/office/drawing/2014/main" val="20000"/>
                    </a:ext>
                  </a:extLst>
                </a:gridCol>
                <a:gridCol w="6602671">
                  <a:extLst>
                    <a:ext uri="{9D8B030D-6E8A-4147-A177-3AD203B41FA5}">
                      <a16:colId xmlns:a16="http://schemas.microsoft.com/office/drawing/2014/main" val="20001"/>
                    </a:ext>
                  </a:extLst>
                </a:gridCol>
              </a:tblGrid>
              <a:tr h="213462">
                <a:tc>
                  <a:txBody>
                    <a:bodyPr/>
                    <a:lstStyle/>
                    <a:p>
                      <a:pPr algn="ctr" fontAlgn="t"/>
                      <a:r>
                        <a:rPr lang="vi-VN" sz="1400" b="1" dirty="0">
                          <a:effectLst/>
                          <a:latin typeface="+mj-lt"/>
                        </a:rPr>
                        <a:t>Đối tượng</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fontAlgn="t"/>
                      <a:r>
                        <a:rPr lang="en-US" sz="1400" b="1" dirty="0" err="1">
                          <a:effectLst/>
                          <a:latin typeface="+mj-lt"/>
                        </a:rPr>
                        <a:t>Miêu</a:t>
                      </a:r>
                      <a:r>
                        <a:rPr lang="en-US" sz="1400" b="1" dirty="0">
                          <a:effectLst/>
                          <a:latin typeface="+mj-lt"/>
                        </a:rPr>
                        <a:t> </a:t>
                      </a:r>
                      <a:r>
                        <a:rPr lang="en-US" sz="1400" b="1" dirty="0" err="1">
                          <a:effectLst/>
                          <a:latin typeface="+mj-lt"/>
                        </a:rPr>
                        <a:t>tả</a:t>
                      </a:r>
                      <a:endParaRPr lang="en-US" sz="1400" b="1" dirty="0">
                        <a:effectLst/>
                        <a:latin typeface="+mj-lt"/>
                      </a:endParaRP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509024">
                <a:tc>
                  <a:txBody>
                    <a:bodyPr/>
                    <a:lstStyle/>
                    <a:p>
                      <a:pPr fontAlgn="t"/>
                      <a:r>
                        <a:rPr lang="en-US" sz="1400" dirty="0">
                          <a:effectLst/>
                          <a:latin typeface="+mj-lt"/>
                        </a:rPr>
                        <a:t>request</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vi-VN" sz="1400">
                          <a:effectLst/>
                          <a:latin typeface="+mj-lt"/>
                        </a:rPr>
                        <a:t>Đây là đối tượng </a:t>
                      </a:r>
                      <a:r>
                        <a:rPr lang="vi-VN" sz="1400" b="1">
                          <a:effectLst/>
                          <a:latin typeface="+mj-lt"/>
                        </a:rPr>
                        <a:t>HttpServletRequest</a:t>
                      </a:r>
                      <a:r>
                        <a:rPr lang="vi-VN" sz="1400">
                          <a:effectLst/>
                          <a:latin typeface="+mj-lt"/>
                        </a:rPr>
                        <a:t> mà liên kết với Request</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09024">
                <a:tc>
                  <a:txBody>
                    <a:bodyPr/>
                    <a:lstStyle/>
                    <a:p>
                      <a:pPr fontAlgn="t"/>
                      <a:r>
                        <a:rPr lang="en-US" sz="1400" dirty="0">
                          <a:effectLst/>
                          <a:latin typeface="+mj-lt"/>
                        </a:rPr>
                        <a:t>response</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vi-VN" sz="1400" dirty="0">
                          <a:effectLst/>
                          <a:latin typeface="+mj-lt"/>
                        </a:rPr>
                        <a:t>Đây là đối tượng </a:t>
                      </a:r>
                      <a:r>
                        <a:rPr lang="vi-VN" sz="1400" b="1" dirty="0">
                          <a:effectLst/>
                          <a:latin typeface="+mj-lt"/>
                        </a:rPr>
                        <a:t>HttpServletResponse</a:t>
                      </a:r>
                      <a:r>
                        <a:rPr lang="vi-VN" sz="1400" dirty="0">
                          <a:effectLst/>
                          <a:latin typeface="+mj-lt"/>
                        </a:rPr>
                        <a:t> mà liên kết với Response tới Client</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1243">
                <a:tc>
                  <a:txBody>
                    <a:bodyPr/>
                    <a:lstStyle/>
                    <a:p>
                      <a:pPr fontAlgn="t"/>
                      <a:r>
                        <a:rPr lang="en-US" sz="1400">
                          <a:effectLst/>
                          <a:latin typeface="+mj-lt"/>
                        </a:rPr>
                        <a:t>out</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vi-VN" sz="1400" dirty="0">
                          <a:effectLst/>
                          <a:latin typeface="+mj-lt"/>
                        </a:rPr>
                        <a:t>Đây là đối tượng </a:t>
                      </a:r>
                      <a:r>
                        <a:rPr lang="vi-VN" sz="1400" b="1" dirty="0">
                          <a:effectLst/>
                          <a:latin typeface="+mj-lt"/>
                        </a:rPr>
                        <a:t>PrintWriter</a:t>
                      </a:r>
                      <a:r>
                        <a:rPr lang="vi-VN" sz="1400" dirty="0">
                          <a:effectLst/>
                          <a:latin typeface="+mj-lt"/>
                        </a:rPr>
                        <a:t> được sử dụng để gửi output tới Client</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61243">
                <a:tc>
                  <a:txBody>
                    <a:bodyPr/>
                    <a:lstStyle/>
                    <a:p>
                      <a:pPr fontAlgn="t"/>
                      <a:r>
                        <a:rPr lang="en-US" sz="1400">
                          <a:effectLst/>
                          <a:latin typeface="+mj-lt"/>
                        </a:rPr>
                        <a:t>session</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vi-VN" sz="1400" dirty="0">
                          <a:effectLst/>
                          <a:latin typeface="+mj-lt"/>
                        </a:rPr>
                        <a:t>Đây là đối tượng </a:t>
                      </a:r>
                      <a:r>
                        <a:rPr lang="vi-VN" sz="1400" b="1" dirty="0">
                          <a:effectLst/>
                          <a:latin typeface="+mj-lt"/>
                        </a:rPr>
                        <a:t>HttpSession</a:t>
                      </a:r>
                      <a:r>
                        <a:rPr lang="vi-VN" sz="1400" dirty="0">
                          <a:effectLst/>
                          <a:latin typeface="+mj-lt"/>
                        </a:rPr>
                        <a:t> mà liên kết với Request</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09024">
                <a:tc>
                  <a:txBody>
                    <a:bodyPr/>
                    <a:lstStyle/>
                    <a:p>
                      <a:pPr fontAlgn="t"/>
                      <a:r>
                        <a:rPr lang="en-US" sz="1400">
                          <a:effectLst/>
                          <a:latin typeface="+mj-lt"/>
                        </a:rPr>
                        <a:t>application</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vi-VN" sz="1400" dirty="0">
                          <a:effectLst/>
                          <a:latin typeface="+mj-lt"/>
                        </a:rPr>
                        <a:t>Đây là đối tượng </a:t>
                      </a:r>
                      <a:r>
                        <a:rPr lang="vi-VN" sz="1400" b="1" dirty="0">
                          <a:effectLst/>
                          <a:latin typeface="+mj-lt"/>
                        </a:rPr>
                        <a:t>ServletContext</a:t>
                      </a:r>
                      <a:r>
                        <a:rPr lang="vi-VN" sz="1400" dirty="0">
                          <a:effectLst/>
                          <a:latin typeface="+mj-lt"/>
                        </a:rPr>
                        <a:t> mà liên kết với application context</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61243">
                <a:tc>
                  <a:txBody>
                    <a:bodyPr/>
                    <a:lstStyle/>
                    <a:p>
                      <a:pPr fontAlgn="t"/>
                      <a:r>
                        <a:rPr lang="en-US" sz="1400">
                          <a:effectLst/>
                          <a:latin typeface="+mj-lt"/>
                        </a:rPr>
                        <a:t>config</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vi-VN" sz="1400" dirty="0">
                          <a:effectLst/>
                          <a:latin typeface="+mj-lt"/>
                        </a:rPr>
                        <a:t>Đây là đối tượng </a:t>
                      </a:r>
                      <a:r>
                        <a:rPr lang="vi-VN" sz="1400" b="1" dirty="0">
                          <a:effectLst/>
                          <a:latin typeface="+mj-lt"/>
                        </a:rPr>
                        <a:t>ServletConfig</a:t>
                      </a:r>
                      <a:r>
                        <a:rPr lang="vi-VN" sz="1400" dirty="0">
                          <a:effectLst/>
                          <a:latin typeface="+mj-lt"/>
                        </a:rPr>
                        <a:t> mà liên kết với page</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509024">
                <a:tc>
                  <a:txBody>
                    <a:bodyPr/>
                    <a:lstStyle/>
                    <a:p>
                      <a:pPr fontAlgn="t"/>
                      <a:r>
                        <a:rPr lang="en-US" sz="1400">
                          <a:effectLst/>
                          <a:latin typeface="+mj-lt"/>
                        </a:rPr>
                        <a:t>pageContext</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vi-VN" sz="1400" dirty="0">
                          <a:effectLst/>
                          <a:latin typeface="+mj-lt"/>
                        </a:rPr>
                        <a:t>Sự gói gọn này sử dụng các đặc trưng Server-Spcific giống như hiệu năng cao </a:t>
                      </a:r>
                      <a:r>
                        <a:rPr lang="vi-VN" sz="1400" b="1" dirty="0">
                          <a:effectLst/>
                          <a:latin typeface="+mj-lt"/>
                        </a:rPr>
                        <a:t>JspWriters</a:t>
                      </a:r>
                      <a:r>
                        <a:rPr lang="vi-VN" sz="1400" dirty="0">
                          <a:effectLst/>
                          <a:latin typeface="+mj-lt"/>
                        </a:rPr>
                        <a:t>.</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509024">
                <a:tc>
                  <a:txBody>
                    <a:bodyPr/>
                    <a:lstStyle/>
                    <a:p>
                      <a:pPr fontAlgn="t"/>
                      <a:r>
                        <a:rPr lang="en-US" sz="1400">
                          <a:effectLst/>
                          <a:latin typeface="+mj-lt"/>
                        </a:rPr>
                        <a:t>page</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vi-VN" sz="1400" dirty="0">
                          <a:effectLst/>
                          <a:latin typeface="+mj-lt"/>
                        </a:rPr>
                        <a:t>Được sử dụng để gọi các phương thức được định nghĩa bởi lớp Servlet đã được phiên dịch</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509024">
                <a:tc>
                  <a:txBody>
                    <a:bodyPr/>
                    <a:lstStyle/>
                    <a:p>
                      <a:pPr fontAlgn="t"/>
                      <a:r>
                        <a:rPr lang="en-US" sz="1400">
                          <a:effectLst/>
                          <a:latin typeface="+mj-lt"/>
                        </a:rPr>
                        <a:t>Exception</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vi-VN" sz="1400" dirty="0">
                          <a:effectLst/>
                          <a:latin typeface="+mj-lt"/>
                        </a:rPr>
                        <a:t>Đối tượng </a:t>
                      </a:r>
                      <a:r>
                        <a:rPr lang="vi-VN" sz="1400" b="1" dirty="0">
                          <a:effectLst/>
                          <a:latin typeface="+mj-lt"/>
                        </a:rPr>
                        <a:t>Exception</a:t>
                      </a:r>
                      <a:r>
                        <a:rPr lang="vi-VN" sz="1400" dirty="0">
                          <a:effectLst/>
                          <a:latin typeface="+mj-lt"/>
                        </a:rPr>
                        <a:t> cho phép dữ liệu exception để được truy cập bởi JSP đã chỉ rõ</a:t>
                      </a:r>
                    </a:p>
                  </a:txBody>
                  <a:tcPr marL="32840" marR="32840" marT="32840" marB="328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240805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Đối</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tượng</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ẩn</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trong</a:t>
              </a:r>
              <a:r>
                <a:rPr lang="en-US" altLang="zh-CN" sz="2800" b="1" dirty="0">
                  <a:solidFill>
                    <a:schemeClr val="bg1"/>
                  </a:solidFill>
                  <a:latin typeface="Times New Roman" panose="02020603050405020304" pitchFamily="18" charset="0"/>
                  <a:cs typeface="Times New Roman" panose="02020603050405020304" pitchFamily="18" charset="0"/>
                </a:rPr>
                <a:t> JSP (Implicit Objects)</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04</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744155" cy="2024272"/>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Đối tượng ẩn (Implicit Object) trong JSP là các đối tượng Java mà JSP container làm nó có sẵn tới các lập trình viên trong mỗi trang và lập trình viên có thể gọi chúng một cách trực tiếp mà không phải khai báo rõ ràng. </a:t>
            </a:r>
            <a:endParaRPr lang="en-US"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Đối tượng ẩn trong JSP cũng được gọi là các biến tiền định nghĩa.</a:t>
            </a:r>
            <a:endParaRPr lang="en-US" sz="2400" dirty="0">
              <a:latin typeface="Times New Roman" panose="02020603050405020304" pitchFamily="18" charset="0"/>
              <a:cs typeface="Times New Roman" panose="02020603050405020304" pitchFamily="18" charset="0"/>
            </a:endParaRPr>
          </a:p>
        </p:txBody>
      </p:sp>
      <p:sp>
        <p:nvSpPr>
          <p:cNvPr id="2" name="AutoShape 2" descr="https://s1.o7planning.com/web-rs/web-image/vi/arf-1008117-vi.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https://s1.o7planning.com/web-rs/web-image/vi/arf-1008117-vi.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76698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Đối</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tượng</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ẩn</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trong</a:t>
              </a:r>
              <a:r>
                <a:rPr lang="en-US" altLang="zh-CN" sz="2800" b="1" dirty="0">
                  <a:solidFill>
                    <a:schemeClr val="bg1"/>
                  </a:solidFill>
                  <a:latin typeface="Times New Roman" panose="02020603050405020304" pitchFamily="18" charset="0"/>
                  <a:cs typeface="Times New Roman" panose="02020603050405020304" pitchFamily="18" charset="0"/>
                </a:rPr>
                <a:t> JSP (Request)</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04</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8744155" cy="3209212"/>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Đối tượng request trong JSP là một minh họa của đối tượng </a:t>
            </a:r>
            <a:r>
              <a:rPr lang="vi-VN" sz="2400" b="1" dirty="0">
                <a:latin typeface="Times New Roman" panose="02020603050405020304" pitchFamily="18" charset="0"/>
                <a:cs typeface="Times New Roman" panose="02020603050405020304" pitchFamily="18" charset="0"/>
              </a:rPr>
              <a:t>javax.servlet.http.HttpServletRequest</a:t>
            </a:r>
            <a:r>
              <a:rPr lang="vi-VN" sz="2400" dirty="0">
                <a:latin typeface="Times New Roman" panose="02020603050405020304" pitchFamily="18" charset="0"/>
                <a:cs typeface="Times New Roman" panose="02020603050405020304" pitchFamily="18" charset="0"/>
              </a:rPr>
              <a:t>. Mỗi khi một Client yêu cầu một trang, thì JSP engine tạo một đối tượng mới để biểu diễn yêu cầu đó</a:t>
            </a:r>
            <a:r>
              <a:rPr lang="en-US" sz="2400" dirty="0">
                <a:latin typeface="Times New Roman" panose="02020603050405020304" pitchFamily="18" charset="0"/>
                <a:cs typeface="Times New Roman" panose="02020603050405020304" pitchFamily="18" charset="0"/>
              </a:rPr>
              <a:t>.</a:t>
            </a:r>
          </a:p>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Các đối tượng request cung cấp các phương thức để nhận thông tin HTTP header bao gồm Form data, cookie, phương thức HTTP, …</a:t>
            </a:r>
            <a:endParaRPr lang="en-US"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en-US" sz="2400" dirty="0" err="1">
                <a:latin typeface="Times New Roman" panose="02020603050405020304" pitchFamily="18" charset="0"/>
                <a:cs typeface="Times New Roman" panose="02020603050405020304" pitchFamily="18" charset="0"/>
              </a:rPr>
              <a:t>Cũng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set, get and remove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JSP </a:t>
            </a:r>
            <a:r>
              <a:rPr lang="en-US" sz="2400" dirty="0" err="1">
                <a:latin typeface="Times New Roman" panose="02020603050405020304" pitchFamily="18" charset="0"/>
                <a:cs typeface="Times New Roman" panose="02020603050405020304" pitchFamily="18" charset="0"/>
              </a:rPr>
              <a:t>pham</a:t>
            </a:r>
            <a:r>
              <a:rPr lang="en-US" sz="2400" dirty="0">
                <a:latin typeface="Times New Roman" panose="02020603050405020304" pitchFamily="18" charset="0"/>
                <a:cs typeface="Times New Roman" panose="02020603050405020304" pitchFamily="18" charset="0"/>
              </a:rPr>
              <a:t> vi Request</a:t>
            </a:r>
          </a:p>
        </p:txBody>
      </p:sp>
      <p:sp>
        <p:nvSpPr>
          <p:cNvPr id="2" name="AutoShape 2" descr="https://s1.o7planning.com/web-rs/web-image/vi/arf-1008117-vi.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https://s1.o7planning.com/web-rs/web-image/vi/arf-1008117-vi.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59023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Đối</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tượng</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ẩn</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trong</a:t>
              </a:r>
              <a:r>
                <a:rPr lang="en-US" altLang="zh-CN" sz="2800" b="1" dirty="0">
                  <a:solidFill>
                    <a:schemeClr val="bg1"/>
                  </a:solidFill>
                  <a:latin typeface="Times New Roman" panose="02020603050405020304" pitchFamily="18" charset="0"/>
                  <a:cs typeface="Times New Roman" panose="02020603050405020304" pitchFamily="18" charset="0"/>
                </a:rPr>
                <a:t> JSP (Request)</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04</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9048955" cy="3778599"/>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a:t>
            </a:r>
          </a:p>
          <a:p>
            <a:pPr marL="812165" lvl="1" indent="-342900">
              <a:spcBef>
                <a:spcPts val="595"/>
              </a:spcBef>
              <a:buClr>
                <a:srgbClr val="FF5A33"/>
              </a:buClr>
              <a:buFont typeface="Wingdings" panose="05000000000000000000" pitchFamily="2" charset="2"/>
              <a:buChar char="v"/>
              <a:tabLst>
                <a:tab pos="755015" algn="l"/>
              </a:tabLst>
            </a:pPr>
            <a:r>
              <a:rPr lang="en-US" sz="2000" b="1" dirty="0" err="1">
                <a:latin typeface="Times New Roman" panose="02020603050405020304" pitchFamily="18" charset="0"/>
                <a:cs typeface="Times New Roman" panose="02020603050405020304" pitchFamily="18" charset="0"/>
              </a:rPr>
              <a:t>getParameter</a:t>
            </a:r>
            <a:r>
              <a:rPr lang="en-US" sz="2000" b="1" dirty="0">
                <a:latin typeface="Times New Roman" panose="02020603050405020304" pitchFamily="18" charset="0"/>
                <a:cs typeface="Times New Roman" panose="02020603050405020304" pitchFamily="18" charset="0"/>
              </a:rPr>
              <a:t>(String name)</a:t>
            </a:r>
            <a:r>
              <a:rPr lang="en-US" sz="2000" dirty="0">
                <a:latin typeface="Times New Roman" panose="02020603050405020304" pitchFamily="18" charset="0"/>
                <a:cs typeface="Times New Roman" panose="02020603050405020304" pitchFamily="18" charset="0"/>
              </a:rPr>
              <a:t>:  get the value of a request’s parameter;</a:t>
            </a:r>
          </a:p>
          <a:p>
            <a:pPr marL="812165" lvl="1" indent="-342900">
              <a:spcBef>
                <a:spcPts val="595"/>
              </a:spcBef>
              <a:buClr>
                <a:srgbClr val="FF5A33"/>
              </a:buClr>
              <a:buFont typeface="Wingdings" panose="05000000000000000000" pitchFamily="2" charset="2"/>
              <a:buChar char="v"/>
              <a:tabLst>
                <a:tab pos="755015" algn="l"/>
              </a:tabLst>
            </a:pPr>
            <a:r>
              <a:rPr lang="en-US" sz="2000" b="1" dirty="0" err="1">
                <a:latin typeface="Times New Roman" panose="02020603050405020304" pitchFamily="18" charset="0"/>
                <a:cs typeface="Times New Roman" panose="02020603050405020304" pitchFamily="18" charset="0"/>
              </a:rPr>
              <a:t>getParameterNames</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It returns enumeration of all the parameter names associated to the request: Enumeration </a:t>
            </a:r>
            <a:r>
              <a:rPr lang="en-US" sz="2000" dirty="0" err="1">
                <a:latin typeface="Times New Roman" panose="02020603050405020304" pitchFamily="18" charset="0"/>
                <a:cs typeface="Times New Roman" panose="02020603050405020304" pitchFamily="18" charset="0"/>
              </a:rPr>
              <a:t>enum</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request.getParameterNames</a:t>
            </a:r>
            <a:r>
              <a:rPr lang="en-US" sz="2000" dirty="0">
                <a:latin typeface="Times New Roman" panose="02020603050405020304" pitchFamily="18" charset="0"/>
                <a:cs typeface="Times New Roman" panose="02020603050405020304" pitchFamily="18" charset="0"/>
              </a:rPr>
              <a:t>();</a:t>
            </a:r>
          </a:p>
          <a:p>
            <a:pPr marL="812165" lvl="1" indent="-342900">
              <a:spcBef>
                <a:spcPts val="595"/>
              </a:spcBef>
              <a:buClr>
                <a:srgbClr val="FF5A33"/>
              </a:buClr>
              <a:buFont typeface="Wingdings" panose="05000000000000000000" pitchFamily="2" charset="2"/>
              <a:buChar char="v"/>
              <a:tabLst>
                <a:tab pos="755015" algn="l"/>
              </a:tabLst>
            </a:pPr>
            <a:r>
              <a:rPr lang="en-US" sz="2000" b="1" dirty="0" err="1">
                <a:latin typeface="Times New Roman" panose="02020603050405020304" pitchFamily="18" charset="0"/>
                <a:cs typeface="Times New Roman" panose="02020603050405020304" pitchFamily="18" charset="0"/>
              </a:rPr>
              <a:t>getParameterValues</a:t>
            </a:r>
            <a:r>
              <a:rPr lang="en-US" sz="2000" b="1" dirty="0">
                <a:latin typeface="Times New Roman" panose="02020603050405020304" pitchFamily="18" charset="0"/>
                <a:cs typeface="Times New Roman" panose="02020603050405020304" pitchFamily="18" charset="0"/>
              </a:rPr>
              <a:t>(String name) </a:t>
            </a:r>
            <a:r>
              <a:rPr lang="en-US" sz="2000" dirty="0">
                <a:latin typeface="Times New Roman" panose="02020603050405020304" pitchFamily="18" charset="0"/>
                <a:cs typeface="Times New Roman" panose="02020603050405020304" pitchFamily="18" charset="0"/>
              </a:rPr>
              <a:t>: It returns the array of parameter values.</a:t>
            </a:r>
          </a:p>
          <a:p>
            <a:pPr marL="469265" lvl="1">
              <a:spcBef>
                <a:spcPts val="595"/>
              </a:spcBef>
              <a:buClr>
                <a:srgbClr val="FF5A33"/>
              </a:buClr>
              <a:tabLst>
                <a:tab pos="755015" algn="l"/>
              </a:tabLst>
            </a:pPr>
            <a:r>
              <a:rPr lang="en-US" sz="2000" dirty="0">
                <a:latin typeface="Times New Roman" panose="02020603050405020304" pitchFamily="18" charset="0"/>
                <a:cs typeface="Times New Roman" panose="02020603050405020304" pitchFamily="18" charset="0"/>
              </a:rPr>
              <a:t>			String[] </a:t>
            </a:r>
            <a:r>
              <a:rPr lang="en-US" sz="2000" dirty="0" err="1">
                <a:latin typeface="Times New Roman" panose="02020603050405020304" pitchFamily="18" charset="0"/>
                <a:cs typeface="Times New Roman" panose="02020603050405020304" pitchFamily="18" charset="0"/>
              </a:rPr>
              <a:t>allpasswords</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request.getParameterValues</a:t>
            </a:r>
            <a:r>
              <a:rPr lang="en-US" sz="2000" dirty="0">
                <a:latin typeface="Times New Roman" panose="02020603050405020304" pitchFamily="18" charset="0"/>
                <a:cs typeface="Times New Roman" panose="02020603050405020304" pitchFamily="18" charset="0"/>
              </a:rPr>
              <a:t>("password");</a:t>
            </a:r>
          </a:p>
          <a:p>
            <a:pPr marL="812165" lvl="1" indent="-342900">
              <a:spcBef>
                <a:spcPts val="595"/>
              </a:spcBef>
              <a:buClr>
                <a:srgbClr val="FF5A33"/>
              </a:buClr>
              <a:buFont typeface="Wingdings" panose="05000000000000000000" pitchFamily="2" charset="2"/>
              <a:buChar char="v"/>
              <a:tabLst>
                <a:tab pos="755015" algn="l"/>
              </a:tabLst>
            </a:pPr>
            <a:r>
              <a:rPr lang="en-US" sz="2000" b="1" dirty="0" err="1">
                <a:latin typeface="Times New Roman" panose="02020603050405020304" pitchFamily="18" charset="0"/>
                <a:cs typeface="Times New Roman" panose="02020603050405020304" pitchFamily="18" charset="0"/>
              </a:rPr>
              <a:t>getAttribute</a:t>
            </a:r>
            <a:r>
              <a:rPr lang="en-US" sz="2000" b="1" dirty="0">
                <a:latin typeface="Times New Roman" panose="02020603050405020304" pitchFamily="18" charset="0"/>
                <a:cs typeface="Times New Roman" panose="02020603050405020304" pitchFamily="18" charset="0"/>
              </a:rPr>
              <a:t>(String name) </a:t>
            </a:r>
            <a:r>
              <a:rPr lang="en-US" sz="2000" dirty="0">
                <a:latin typeface="Times New Roman" panose="02020603050405020304" pitchFamily="18" charset="0"/>
                <a:cs typeface="Times New Roman" panose="02020603050405020304" pitchFamily="18" charset="0"/>
              </a:rPr>
              <a:t>:  Used to get the attribute value. </a:t>
            </a:r>
            <a:r>
              <a:rPr lang="en-US" sz="2000" dirty="0" err="1">
                <a:latin typeface="Times New Roman" panose="02020603050405020304" pitchFamily="18" charset="0"/>
                <a:cs typeface="Times New Roman" panose="02020603050405020304" pitchFamily="18" charset="0"/>
              </a:rPr>
              <a:t>request.getAttribute</a:t>
            </a:r>
            <a:r>
              <a:rPr lang="en-US" sz="2000" dirty="0">
                <a:latin typeface="Times New Roman" panose="02020603050405020304" pitchFamily="18" charset="0"/>
                <a:cs typeface="Times New Roman" panose="02020603050405020304" pitchFamily="18" charset="0"/>
              </a:rPr>
              <a:t>(“admin”) would give you the value of attribute admin.</a:t>
            </a:r>
          </a:p>
          <a:p>
            <a:pPr marL="812165" lvl="1" indent="-342900">
              <a:spcBef>
                <a:spcPts val="595"/>
              </a:spcBef>
              <a:buClr>
                <a:srgbClr val="FF5A33"/>
              </a:buClr>
              <a:buFont typeface="Wingdings" panose="05000000000000000000" pitchFamily="2" charset="2"/>
              <a:buChar char="v"/>
              <a:tabLst>
                <a:tab pos="755015" algn="l"/>
              </a:tabLst>
            </a:pPr>
            <a:r>
              <a:rPr lang="en-US" sz="2000" b="1" dirty="0" err="1">
                <a:latin typeface="Times New Roman" panose="02020603050405020304" pitchFamily="18" charset="0"/>
                <a:cs typeface="Times New Roman" panose="02020603050405020304" pitchFamily="18" charset="0"/>
              </a:rPr>
              <a:t>setAttribute</a:t>
            </a: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String,Object</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It assigns an object’s value to the attribute.</a:t>
            </a:r>
          </a:p>
          <a:p>
            <a:pPr marL="812165" lvl="1" indent="-342900">
              <a:spcBef>
                <a:spcPts val="595"/>
              </a:spcBef>
              <a:buClr>
                <a:srgbClr val="FF5A33"/>
              </a:buClr>
              <a:buFont typeface="Wingdings" panose="05000000000000000000" pitchFamily="2" charset="2"/>
              <a:buChar char="v"/>
              <a:tabLst>
                <a:tab pos="755015" algn="l"/>
              </a:tabLst>
            </a:pPr>
            <a:r>
              <a:rPr lang="en-US" sz="2000" b="1" dirty="0" err="1">
                <a:latin typeface="Times New Roman" panose="02020603050405020304" pitchFamily="18" charset="0"/>
                <a:cs typeface="Times New Roman" panose="02020603050405020304" pitchFamily="18" charset="0"/>
              </a:rPr>
              <a:t>getCookies</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It returns an array of cookie objects received from the client. </a:t>
            </a:r>
          </a:p>
        </p:txBody>
      </p:sp>
      <p:sp>
        <p:nvSpPr>
          <p:cNvPr id="2" name="AutoShape 2" descr="https://s1.o7planning.com/web-rs/web-image/vi/arf-1008117-vi.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https://s1.o7planning.com/web-rs/web-image/vi/arf-1008117-vi.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5797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Đối</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tượng</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ẩn</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trong</a:t>
              </a:r>
              <a:r>
                <a:rPr lang="en-US" altLang="zh-CN" sz="2800" b="1" dirty="0">
                  <a:solidFill>
                    <a:schemeClr val="bg1"/>
                  </a:solidFill>
                  <a:latin typeface="Times New Roman" panose="02020603050405020304" pitchFamily="18" charset="0"/>
                  <a:cs typeface="Times New Roman" panose="02020603050405020304" pitchFamily="18" charset="0"/>
                </a:rPr>
                <a:t> JSP (Request)</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04</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9048955" cy="408445"/>
          </a:xfrm>
          <a:prstGeom prst="rect">
            <a:avLst/>
          </a:prstGeom>
        </p:spPr>
        <p:txBody>
          <a:bodyPr vert="horz" wrap="square" lIns="0" tIns="99695" rIns="0" bIns="0" rtlCol="0">
            <a:spAutoFit/>
          </a:bodyPr>
          <a:lstStyle/>
          <a:p>
            <a:pPr marL="12065">
              <a:spcBef>
                <a:spcPts val="595"/>
              </a:spcBef>
              <a:buClr>
                <a:srgbClr val="FF5A33"/>
              </a:buClr>
              <a:tabLst>
                <a:tab pos="755015" algn="l"/>
              </a:tabLst>
            </a:pPr>
            <a:r>
              <a:rPr lang="en-US" sz="2000" dirty="0">
                <a:latin typeface="Times New Roman" panose="02020603050405020304" pitchFamily="18" charset="0"/>
                <a:cs typeface="Times New Roman" panose="02020603050405020304" pitchFamily="18" charset="0"/>
              </a:rPr>
              <a:t> </a:t>
            </a:r>
          </a:p>
        </p:txBody>
      </p:sp>
      <p:sp>
        <p:nvSpPr>
          <p:cNvPr id="2" name="AutoShape 2" descr="https://s1.o7planning.com/web-rs/web-image/vi/arf-1008117-vi.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https://s1.o7planning.com/web-rs/web-image/vi/arf-1008117-vi.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Rectangle 12"/>
          <p:cNvSpPr/>
          <p:nvPr/>
        </p:nvSpPr>
        <p:spPr>
          <a:xfrm>
            <a:off x="1447800" y="1743548"/>
            <a:ext cx="8714049" cy="3590452"/>
          </a:xfrm>
          <a:prstGeom prst="rect">
            <a:avLst/>
          </a:prstGeom>
          <a:noFill/>
        </p:spPr>
        <p:style>
          <a:lnRef idx="1">
            <a:schemeClr val="accent3"/>
          </a:lnRef>
          <a:fillRef idx="2">
            <a:schemeClr val="accent3"/>
          </a:fillRef>
          <a:effectRef idx="1">
            <a:schemeClr val="accent3"/>
          </a:effectRef>
          <a:fontRef idx="minor">
            <a:schemeClr val="dk1"/>
          </a:fontRef>
        </p:style>
        <p:txBody>
          <a:bodyPr>
            <a:noAutofit/>
          </a:bodyPr>
          <a:lstStyle/>
          <a:p>
            <a:r>
              <a:rPr lang="en-US" sz="1000" dirty="0">
                <a:solidFill>
                  <a:srgbClr val="008080"/>
                </a:solidFill>
                <a:latin typeface="Consolas"/>
              </a:rPr>
              <a:t>&lt;</a:t>
            </a:r>
            <a:r>
              <a:rPr lang="en-US" sz="1000" dirty="0">
                <a:solidFill>
                  <a:srgbClr val="3F7F7F"/>
                </a:solidFill>
                <a:highlight>
                  <a:srgbClr val="D4D4D4"/>
                </a:highlight>
                <a:latin typeface="Consolas"/>
              </a:rPr>
              <a:t>h3</a:t>
            </a:r>
            <a:r>
              <a:rPr lang="en-US" sz="1000" dirty="0">
                <a:solidFill>
                  <a:srgbClr val="008080"/>
                </a:solidFill>
                <a:highlight>
                  <a:srgbClr val="D4D4D4"/>
                </a:highlight>
                <a:latin typeface="Consolas"/>
              </a:rPr>
              <a:t>&gt;</a:t>
            </a:r>
            <a:r>
              <a:rPr lang="en-US" sz="1000" dirty="0">
                <a:solidFill>
                  <a:srgbClr val="000000"/>
                </a:solidFill>
                <a:highlight>
                  <a:srgbClr val="D4D4D4"/>
                </a:highlight>
                <a:latin typeface="Consolas"/>
              </a:rPr>
              <a:t>STOCK INFORMATION</a:t>
            </a:r>
            <a:r>
              <a:rPr lang="en-US" sz="1000" dirty="0">
                <a:solidFill>
                  <a:srgbClr val="008080"/>
                </a:solidFill>
                <a:highlight>
                  <a:srgbClr val="D4D4D4"/>
                </a:highlight>
                <a:latin typeface="Consolas"/>
              </a:rPr>
              <a:t>&lt;/</a:t>
            </a:r>
            <a:r>
              <a:rPr lang="en-US" sz="1000" dirty="0">
                <a:solidFill>
                  <a:srgbClr val="3F7F7F"/>
                </a:solidFill>
                <a:highlight>
                  <a:srgbClr val="D4D4D4"/>
                </a:highlight>
                <a:latin typeface="Consolas"/>
              </a:rPr>
              <a:t>h3</a:t>
            </a:r>
            <a:r>
              <a:rPr lang="en-US" sz="1000" dirty="0">
                <a:solidFill>
                  <a:srgbClr val="008080"/>
                </a:solidFill>
                <a:highlight>
                  <a:srgbClr val="D4D4D4"/>
                </a:highlight>
                <a:latin typeface="Consolas"/>
              </a:rPr>
              <a:t>&gt;</a:t>
            </a:r>
          </a:p>
          <a:p>
            <a:r>
              <a:rPr lang="en-US" sz="1000" dirty="0">
                <a:solidFill>
                  <a:srgbClr val="008080"/>
                </a:solidFill>
                <a:latin typeface="Consolas"/>
              </a:rPr>
              <a:t>&lt;</a:t>
            </a:r>
            <a:r>
              <a:rPr lang="en-US" sz="1000" dirty="0">
                <a:solidFill>
                  <a:srgbClr val="3F7F7F"/>
                </a:solidFill>
                <a:latin typeface="Consolas"/>
              </a:rPr>
              <a:t>form </a:t>
            </a:r>
            <a:r>
              <a:rPr lang="en-US" sz="1000" dirty="0">
                <a:solidFill>
                  <a:srgbClr val="7F007F"/>
                </a:solidFill>
                <a:latin typeface="Consolas"/>
              </a:rPr>
              <a:t>action</a:t>
            </a:r>
            <a:r>
              <a:rPr lang="en-US" sz="1000" dirty="0">
                <a:solidFill>
                  <a:srgbClr val="000000"/>
                </a:solidFill>
                <a:latin typeface="Consolas"/>
              </a:rPr>
              <a:t>=</a:t>
            </a:r>
            <a:r>
              <a:rPr lang="en-US" sz="1000" i="1" dirty="0">
                <a:solidFill>
                  <a:srgbClr val="2A00FF"/>
                </a:solidFill>
                <a:latin typeface="Consolas"/>
              </a:rPr>
              <a:t>"</a:t>
            </a:r>
            <a:r>
              <a:rPr lang="en-US" sz="1000" i="1" dirty="0" err="1">
                <a:solidFill>
                  <a:srgbClr val="2A00FF"/>
                </a:solidFill>
                <a:latin typeface="Consolas"/>
              </a:rPr>
              <a:t>ViewStock.jsp</a:t>
            </a:r>
            <a:r>
              <a:rPr lang="en-US" sz="1000" i="1" dirty="0">
                <a:solidFill>
                  <a:srgbClr val="2A00FF"/>
                </a:solidFill>
                <a:latin typeface="Consolas"/>
              </a:rPr>
              <a:t>" </a:t>
            </a:r>
            <a:r>
              <a:rPr lang="en-US" sz="1000" i="1" dirty="0">
                <a:solidFill>
                  <a:srgbClr val="7F007F"/>
                </a:solidFill>
                <a:latin typeface="Consolas"/>
              </a:rPr>
              <a:t>method</a:t>
            </a:r>
            <a:r>
              <a:rPr lang="en-US" sz="1000" i="1" dirty="0">
                <a:solidFill>
                  <a:srgbClr val="000000"/>
                </a:solidFill>
                <a:latin typeface="Consolas"/>
              </a:rPr>
              <a:t>=</a:t>
            </a:r>
            <a:r>
              <a:rPr lang="en-US" sz="1000" i="1" dirty="0">
                <a:solidFill>
                  <a:srgbClr val="2A00FF"/>
                </a:solidFill>
                <a:latin typeface="Consolas"/>
              </a:rPr>
              <a:t>"post"</a:t>
            </a:r>
            <a:r>
              <a:rPr lang="en-US" sz="1000" i="1" dirty="0">
                <a:solidFill>
                  <a:srgbClr val="008080"/>
                </a:solidFill>
                <a:latin typeface="Consolas"/>
              </a:rPr>
              <a:t>&gt;</a:t>
            </a:r>
          </a:p>
          <a:p>
            <a:pPr lvl="1"/>
            <a:r>
              <a:rPr lang="en-US" sz="1000" dirty="0">
                <a:solidFill>
                  <a:srgbClr val="008080"/>
                </a:solidFill>
                <a:latin typeface="Consolas"/>
              </a:rPr>
              <a:t>&lt;</a:t>
            </a:r>
            <a:r>
              <a:rPr lang="en-US" sz="1000" dirty="0">
                <a:solidFill>
                  <a:srgbClr val="3F7F7F"/>
                </a:solidFill>
                <a:latin typeface="Consolas"/>
              </a:rPr>
              <a:t>table </a:t>
            </a:r>
            <a:r>
              <a:rPr lang="en-US" sz="1000" dirty="0" err="1">
                <a:solidFill>
                  <a:srgbClr val="7F007F"/>
                </a:solidFill>
                <a:latin typeface="Consolas"/>
              </a:rPr>
              <a:t>cellspacing</a:t>
            </a:r>
            <a:r>
              <a:rPr lang="en-US" sz="1000" dirty="0">
                <a:solidFill>
                  <a:srgbClr val="000000"/>
                </a:solidFill>
                <a:latin typeface="Consolas"/>
              </a:rPr>
              <a:t>=</a:t>
            </a:r>
            <a:r>
              <a:rPr lang="en-US" sz="1000" i="1" dirty="0">
                <a:solidFill>
                  <a:srgbClr val="2A00FF"/>
                </a:solidFill>
                <a:latin typeface="Consolas"/>
              </a:rPr>
              <a:t>"5px"</a:t>
            </a:r>
            <a:r>
              <a:rPr lang="en-US" sz="1000" i="1" dirty="0">
                <a:solidFill>
                  <a:srgbClr val="008080"/>
                </a:solidFill>
                <a:latin typeface="Consolas"/>
              </a:rPr>
              <a:t>&gt;</a:t>
            </a:r>
          </a:p>
          <a:p>
            <a:pPr lvl="2"/>
            <a:r>
              <a:rPr lang="en-US" sz="1000" dirty="0">
                <a:solidFill>
                  <a:srgbClr val="008080"/>
                </a:solidFill>
                <a:latin typeface="Consolas"/>
              </a:rPr>
              <a:t>&lt;</a:t>
            </a:r>
            <a:r>
              <a:rPr lang="en-US" sz="1000" dirty="0" err="1">
                <a:solidFill>
                  <a:srgbClr val="3F7F7F"/>
                </a:solidFill>
                <a:latin typeface="Consolas"/>
              </a:rPr>
              <a:t>tr</a:t>
            </a:r>
            <a:r>
              <a:rPr lang="en-US" sz="1000" dirty="0">
                <a:solidFill>
                  <a:srgbClr val="008080"/>
                </a:solidFill>
                <a:latin typeface="Consolas"/>
              </a:rPr>
              <a:t>&gt;</a:t>
            </a:r>
          </a:p>
          <a:p>
            <a:pPr lvl="3"/>
            <a:r>
              <a:rPr lang="en-US" sz="1000" dirty="0">
                <a:solidFill>
                  <a:srgbClr val="008080"/>
                </a:solidFill>
                <a:latin typeface="Consolas"/>
              </a:rPr>
              <a:t>&lt;</a:t>
            </a:r>
            <a:r>
              <a:rPr lang="en-US" sz="1000" dirty="0">
                <a:solidFill>
                  <a:srgbClr val="3F7F7F"/>
                </a:solidFill>
                <a:latin typeface="Consolas"/>
              </a:rPr>
              <a:t>td</a:t>
            </a:r>
            <a:r>
              <a:rPr lang="en-US" sz="1000" dirty="0">
                <a:solidFill>
                  <a:srgbClr val="008080"/>
                </a:solidFill>
                <a:latin typeface="Consolas"/>
              </a:rPr>
              <a:t>&gt;</a:t>
            </a:r>
            <a:r>
              <a:rPr lang="en-US" sz="1000" dirty="0">
                <a:solidFill>
                  <a:srgbClr val="000000"/>
                </a:solidFill>
                <a:latin typeface="Consolas"/>
              </a:rPr>
              <a:t>Stock Code:</a:t>
            </a:r>
            <a:r>
              <a:rPr lang="en-US" sz="1000" dirty="0">
                <a:solidFill>
                  <a:srgbClr val="008080"/>
                </a:solidFill>
                <a:latin typeface="Consolas"/>
              </a:rPr>
              <a:t>&lt;/</a:t>
            </a:r>
            <a:r>
              <a:rPr lang="en-US" sz="1000" dirty="0">
                <a:solidFill>
                  <a:srgbClr val="3F7F7F"/>
                </a:solidFill>
                <a:latin typeface="Consolas"/>
              </a:rPr>
              <a:t>td</a:t>
            </a:r>
            <a:r>
              <a:rPr lang="en-US" sz="1000" dirty="0">
                <a:solidFill>
                  <a:srgbClr val="008080"/>
                </a:solidFill>
                <a:latin typeface="Consolas"/>
              </a:rPr>
              <a:t>&gt;</a:t>
            </a:r>
          </a:p>
          <a:p>
            <a:pPr lvl="3"/>
            <a:r>
              <a:rPr lang="en-US" sz="1000" dirty="0">
                <a:solidFill>
                  <a:srgbClr val="008080"/>
                </a:solidFill>
                <a:latin typeface="Consolas"/>
              </a:rPr>
              <a:t>&lt;</a:t>
            </a:r>
            <a:r>
              <a:rPr lang="en-US" sz="1000" dirty="0">
                <a:solidFill>
                  <a:srgbClr val="3F7F7F"/>
                </a:solidFill>
                <a:latin typeface="Consolas"/>
              </a:rPr>
              <a:t>td</a:t>
            </a:r>
            <a:r>
              <a:rPr lang="en-US" sz="1000" dirty="0">
                <a:solidFill>
                  <a:srgbClr val="008080"/>
                </a:solidFill>
                <a:latin typeface="Consolas"/>
              </a:rPr>
              <a:t>&gt;&lt;</a:t>
            </a:r>
            <a:r>
              <a:rPr lang="en-US" sz="1000" dirty="0">
                <a:solidFill>
                  <a:srgbClr val="3F7F7F"/>
                </a:solidFill>
                <a:latin typeface="Consolas"/>
              </a:rPr>
              <a:t>input </a:t>
            </a:r>
            <a:r>
              <a:rPr lang="en-US" sz="1000" dirty="0">
                <a:solidFill>
                  <a:srgbClr val="7F007F"/>
                </a:solidFill>
                <a:latin typeface="Consolas"/>
              </a:rPr>
              <a:t>type</a:t>
            </a:r>
            <a:r>
              <a:rPr lang="en-US" sz="1000" dirty="0">
                <a:solidFill>
                  <a:srgbClr val="000000"/>
                </a:solidFill>
                <a:latin typeface="Consolas"/>
              </a:rPr>
              <a:t>=</a:t>
            </a:r>
            <a:r>
              <a:rPr lang="en-US" sz="1000" i="1" dirty="0">
                <a:solidFill>
                  <a:srgbClr val="2A00FF"/>
                </a:solidFill>
                <a:latin typeface="Consolas"/>
              </a:rPr>
              <a:t>"text" </a:t>
            </a:r>
            <a:r>
              <a:rPr lang="en-US" sz="1000" i="1" dirty="0">
                <a:solidFill>
                  <a:srgbClr val="7F007F"/>
                </a:solidFill>
                <a:latin typeface="Consolas"/>
              </a:rPr>
              <a:t>size</a:t>
            </a:r>
            <a:r>
              <a:rPr lang="en-US" sz="1000" i="1" dirty="0">
                <a:solidFill>
                  <a:srgbClr val="000000"/>
                </a:solidFill>
                <a:latin typeface="Consolas"/>
              </a:rPr>
              <a:t>=</a:t>
            </a:r>
            <a:r>
              <a:rPr lang="en-US" sz="1000" i="1" dirty="0">
                <a:solidFill>
                  <a:srgbClr val="2A00FF"/>
                </a:solidFill>
                <a:latin typeface="Consolas"/>
              </a:rPr>
              <a:t>"20px" </a:t>
            </a:r>
            <a:r>
              <a:rPr lang="en-US" sz="1000" i="1" dirty="0">
                <a:solidFill>
                  <a:srgbClr val="7F007F"/>
                </a:solidFill>
                <a:latin typeface="Consolas"/>
              </a:rPr>
              <a:t>name</a:t>
            </a:r>
            <a:r>
              <a:rPr lang="en-US" sz="1000" i="1" dirty="0">
                <a:solidFill>
                  <a:srgbClr val="000000"/>
                </a:solidFill>
                <a:latin typeface="Consolas"/>
              </a:rPr>
              <a:t>=</a:t>
            </a:r>
            <a:r>
              <a:rPr lang="en-US" sz="1000" i="1" dirty="0">
                <a:solidFill>
                  <a:srgbClr val="2A00FF"/>
                </a:solidFill>
                <a:latin typeface="Consolas"/>
              </a:rPr>
              <a:t>"</a:t>
            </a:r>
            <a:r>
              <a:rPr lang="en-US" sz="1000" i="1" dirty="0" err="1">
                <a:solidFill>
                  <a:srgbClr val="2A00FF"/>
                </a:solidFill>
                <a:latin typeface="Consolas"/>
              </a:rPr>
              <a:t>stockCode</a:t>
            </a:r>
            <a:r>
              <a:rPr lang="en-US" sz="1000" i="1" dirty="0">
                <a:solidFill>
                  <a:srgbClr val="2A00FF"/>
                </a:solidFill>
                <a:latin typeface="Consolas"/>
              </a:rPr>
              <a:t>"</a:t>
            </a:r>
            <a:r>
              <a:rPr lang="en-US" sz="1000" i="1" dirty="0">
                <a:solidFill>
                  <a:srgbClr val="008080"/>
                </a:solidFill>
                <a:latin typeface="Consolas"/>
              </a:rPr>
              <a:t>&gt;&lt;/</a:t>
            </a:r>
            <a:r>
              <a:rPr lang="en-US" sz="1000" i="1" dirty="0">
                <a:solidFill>
                  <a:srgbClr val="3F7F7F"/>
                </a:solidFill>
                <a:latin typeface="Consolas"/>
              </a:rPr>
              <a:t>td</a:t>
            </a:r>
            <a:r>
              <a:rPr lang="en-US" sz="1000" i="1" dirty="0">
                <a:solidFill>
                  <a:srgbClr val="008080"/>
                </a:solidFill>
                <a:latin typeface="Consolas"/>
              </a:rPr>
              <a:t>&gt;</a:t>
            </a:r>
          </a:p>
          <a:p>
            <a:pPr lvl="2"/>
            <a:r>
              <a:rPr lang="en-US" sz="1000" dirty="0">
                <a:solidFill>
                  <a:srgbClr val="008080"/>
                </a:solidFill>
                <a:latin typeface="Consolas"/>
              </a:rPr>
              <a:t>&lt;/</a:t>
            </a:r>
            <a:r>
              <a:rPr lang="en-US" sz="1000" dirty="0" err="1">
                <a:solidFill>
                  <a:srgbClr val="3F7F7F"/>
                </a:solidFill>
                <a:latin typeface="Consolas"/>
              </a:rPr>
              <a:t>tr</a:t>
            </a:r>
            <a:r>
              <a:rPr lang="en-US" sz="1000" dirty="0">
                <a:solidFill>
                  <a:srgbClr val="008080"/>
                </a:solidFill>
                <a:latin typeface="Consolas"/>
              </a:rPr>
              <a:t>&gt;</a:t>
            </a:r>
          </a:p>
          <a:p>
            <a:pPr lvl="2"/>
            <a:r>
              <a:rPr lang="en-US" sz="1000" dirty="0">
                <a:solidFill>
                  <a:srgbClr val="008080"/>
                </a:solidFill>
                <a:latin typeface="Consolas"/>
              </a:rPr>
              <a:t>&lt;</a:t>
            </a:r>
            <a:r>
              <a:rPr lang="en-US" sz="1000" dirty="0" err="1">
                <a:solidFill>
                  <a:srgbClr val="3F7F7F"/>
                </a:solidFill>
                <a:latin typeface="Consolas"/>
              </a:rPr>
              <a:t>tr</a:t>
            </a:r>
            <a:r>
              <a:rPr lang="en-US" sz="1000" dirty="0">
                <a:solidFill>
                  <a:srgbClr val="008080"/>
                </a:solidFill>
                <a:latin typeface="Consolas"/>
              </a:rPr>
              <a:t>&gt;</a:t>
            </a:r>
          </a:p>
          <a:p>
            <a:pPr lvl="3"/>
            <a:r>
              <a:rPr lang="en-US" sz="1000" dirty="0">
                <a:solidFill>
                  <a:srgbClr val="008080"/>
                </a:solidFill>
                <a:latin typeface="Consolas"/>
              </a:rPr>
              <a:t>&lt;</a:t>
            </a:r>
            <a:r>
              <a:rPr lang="en-US" sz="1000" dirty="0">
                <a:solidFill>
                  <a:srgbClr val="3F7F7F"/>
                </a:solidFill>
                <a:latin typeface="Consolas"/>
              </a:rPr>
              <a:t>td</a:t>
            </a:r>
            <a:r>
              <a:rPr lang="en-US" sz="1000" dirty="0">
                <a:solidFill>
                  <a:srgbClr val="008080"/>
                </a:solidFill>
                <a:latin typeface="Consolas"/>
              </a:rPr>
              <a:t>&gt;</a:t>
            </a:r>
            <a:r>
              <a:rPr lang="en-US" sz="1000" dirty="0">
                <a:solidFill>
                  <a:srgbClr val="000000"/>
                </a:solidFill>
                <a:latin typeface="Consolas"/>
              </a:rPr>
              <a:t>Stock Name:</a:t>
            </a:r>
            <a:r>
              <a:rPr lang="en-US" sz="1000" dirty="0">
                <a:solidFill>
                  <a:srgbClr val="008080"/>
                </a:solidFill>
                <a:latin typeface="Consolas"/>
              </a:rPr>
              <a:t>&lt;/</a:t>
            </a:r>
            <a:r>
              <a:rPr lang="en-US" sz="1000" dirty="0">
                <a:solidFill>
                  <a:srgbClr val="3F7F7F"/>
                </a:solidFill>
                <a:latin typeface="Consolas"/>
              </a:rPr>
              <a:t>td</a:t>
            </a:r>
            <a:r>
              <a:rPr lang="en-US" sz="1000" dirty="0">
                <a:solidFill>
                  <a:srgbClr val="008080"/>
                </a:solidFill>
                <a:latin typeface="Consolas"/>
              </a:rPr>
              <a:t>&gt;</a:t>
            </a:r>
          </a:p>
          <a:p>
            <a:pPr lvl="3"/>
            <a:r>
              <a:rPr lang="en-US" sz="1000" dirty="0">
                <a:solidFill>
                  <a:srgbClr val="008080"/>
                </a:solidFill>
                <a:latin typeface="Consolas"/>
              </a:rPr>
              <a:t>&lt;</a:t>
            </a:r>
            <a:r>
              <a:rPr lang="en-US" sz="1000" dirty="0">
                <a:solidFill>
                  <a:srgbClr val="3F7F7F"/>
                </a:solidFill>
                <a:latin typeface="Consolas"/>
              </a:rPr>
              <a:t>td</a:t>
            </a:r>
            <a:r>
              <a:rPr lang="en-US" sz="1000" dirty="0">
                <a:solidFill>
                  <a:srgbClr val="008080"/>
                </a:solidFill>
                <a:latin typeface="Consolas"/>
              </a:rPr>
              <a:t>&gt;&lt;</a:t>
            </a:r>
            <a:r>
              <a:rPr lang="en-US" sz="1000" dirty="0">
                <a:solidFill>
                  <a:srgbClr val="3F7F7F"/>
                </a:solidFill>
                <a:latin typeface="Consolas"/>
              </a:rPr>
              <a:t>input </a:t>
            </a:r>
            <a:r>
              <a:rPr lang="en-US" sz="1000" dirty="0">
                <a:solidFill>
                  <a:srgbClr val="7F007F"/>
                </a:solidFill>
                <a:latin typeface="Consolas"/>
              </a:rPr>
              <a:t>type</a:t>
            </a:r>
            <a:r>
              <a:rPr lang="en-US" sz="1000" dirty="0">
                <a:solidFill>
                  <a:srgbClr val="000000"/>
                </a:solidFill>
                <a:latin typeface="Consolas"/>
              </a:rPr>
              <a:t>=</a:t>
            </a:r>
            <a:r>
              <a:rPr lang="en-US" sz="1000" i="1" dirty="0">
                <a:solidFill>
                  <a:srgbClr val="2A00FF"/>
                </a:solidFill>
                <a:latin typeface="Consolas"/>
              </a:rPr>
              <a:t>"text" </a:t>
            </a:r>
            <a:r>
              <a:rPr lang="en-US" sz="1000" i="1" dirty="0">
                <a:solidFill>
                  <a:srgbClr val="7F007F"/>
                </a:solidFill>
                <a:latin typeface="Consolas"/>
              </a:rPr>
              <a:t>size</a:t>
            </a:r>
            <a:r>
              <a:rPr lang="en-US" sz="1000" i="1" dirty="0">
                <a:solidFill>
                  <a:srgbClr val="000000"/>
                </a:solidFill>
                <a:latin typeface="Consolas"/>
              </a:rPr>
              <a:t>=</a:t>
            </a:r>
            <a:r>
              <a:rPr lang="en-US" sz="1000" i="1" dirty="0">
                <a:solidFill>
                  <a:srgbClr val="2A00FF"/>
                </a:solidFill>
                <a:latin typeface="Consolas"/>
              </a:rPr>
              <a:t>"20px" </a:t>
            </a:r>
            <a:r>
              <a:rPr lang="en-US" sz="1000" i="1" dirty="0">
                <a:solidFill>
                  <a:srgbClr val="7F007F"/>
                </a:solidFill>
                <a:latin typeface="Consolas"/>
              </a:rPr>
              <a:t>name</a:t>
            </a:r>
            <a:r>
              <a:rPr lang="en-US" sz="1000" i="1" dirty="0">
                <a:solidFill>
                  <a:srgbClr val="000000"/>
                </a:solidFill>
                <a:latin typeface="Consolas"/>
              </a:rPr>
              <a:t>=</a:t>
            </a:r>
            <a:r>
              <a:rPr lang="en-US" sz="1000" i="1" dirty="0">
                <a:solidFill>
                  <a:srgbClr val="2A00FF"/>
                </a:solidFill>
                <a:latin typeface="Consolas"/>
              </a:rPr>
              <a:t>"</a:t>
            </a:r>
            <a:r>
              <a:rPr lang="en-US" sz="1000" i="1" dirty="0" err="1">
                <a:solidFill>
                  <a:srgbClr val="2A00FF"/>
                </a:solidFill>
                <a:latin typeface="Consolas"/>
              </a:rPr>
              <a:t>stockName</a:t>
            </a:r>
            <a:r>
              <a:rPr lang="en-US" sz="1000" i="1" dirty="0">
                <a:solidFill>
                  <a:srgbClr val="2A00FF"/>
                </a:solidFill>
                <a:latin typeface="Consolas"/>
              </a:rPr>
              <a:t>"</a:t>
            </a:r>
            <a:r>
              <a:rPr lang="en-US" sz="1000" i="1" dirty="0">
                <a:solidFill>
                  <a:srgbClr val="008080"/>
                </a:solidFill>
                <a:latin typeface="Consolas"/>
              </a:rPr>
              <a:t>&gt;&lt;/</a:t>
            </a:r>
            <a:r>
              <a:rPr lang="en-US" sz="1000" i="1" dirty="0">
                <a:solidFill>
                  <a:srgbClr val="3F7F7F"/>
                </a:solidFill>
                <a:latin typeface="Consolas"/>
              </a:rPr>
              <a:t>td</a:t>
            </a:r>
            <a:r>
              <a:rPr lang="en-US" sz="1000" i="1" dirty="0">
                <a:solidFill>
                  <a:srgbClr val="008080"/>
                </a:solidFill>
                <a:latin typeface="Consolas"/>
              </a:rPr>
              <a:t>&gt;</a:t>
            </a:r>
          </a:p>
          <a:p>
            <a:pPr lvl="2"/>
            <a:r>
              <a:rPr lang="en-US" sz="1000" dirty="0">
                <a:solidFill>
                  <a:srgbClr val="008080"/>
                </a:solidFill>
                <a:latin typeface="Consolas"/>
              </a:rPr>
              <a:t>&lt;/</a:t>
            </a:r>
            <a:r>
              <a:rPr lang="en-US" sz="1000" dirty="0" err="1">
                <a:solidFill>
                  <a:srgbClr val="3F7F7F"/>
                </a:solidFill>
                <a:latin typeface="Consolas"/>
              </a:rPr>
              <a:t>tr</a:t>
            </a:r>
            <a:r>
              <a:rPr lang="en-US" sz="1000" dirty="0">
                <a:solidFill>
                  <a:srgbClr val="008080"/>
                </a:solidFill>
                <a:latin typeface="Consolas"/>
              </a:rPr>
              <a:t>&gt;</a:t>
            </a:r>
          </a:p>
          <a:p>
            <a:pPr lvl="2"/>
            <a:r>
              <a:rPr lang="en-US" sz="1000" dirty="0">
                <a:solidFill>
                  <a:srgbClr val="008080"/>
                </a:solidFill>
                <a:latin typeface="Consolas"/>
              </a:rPr>
              <a:t>&lt;</a:t>
            </a:r>
            <a:r>
              <a:rPr lang="en-US" sz="1000" dirty="0" err="1">
                <a:solidFill>
                  <a:srgbClr val="3F7F7F"/>
                </a:solidFill>
                <a:latin typeface="Consolas"/>
              </a:rPr>
              <a:t>tr</a:t>
            </a:r>
            <a:r>
              <a:rPr lang="en-US" sz="1000" dirty="0">
                <a:solidFill>
                  <a:srgbClr val="008080"/>
                </a:solidFill>
                <a:latin typeface="Consolas"/>
              </a:rPr>
              <a:t>&gt;</a:t>
            </a:r>
          </a:p>
          <a:p>
            <a:pPr lvl="3"/>
            <a:r>
              <a:rPr lang="en-US" sz="1000" dirty="0">
                <a:solidFill>
                  <a:srgbClr val="008080"/>
                </a:solidFill>
                <a:latin typeface="Consolas"/>
              </a:rPr>
              <a:t>&lt;</a:t>
            </a:r>
            <a:r>
              <a:rPr lang="en-US" sz="1000" dirty="0">
                <a:solidFill>
                  <a:srgbClr val="3F7F7F"/>
                </a:solidFill>
                <a:latin typeface="Consolas"/>
              </a:rPr>
              <a:t>td</a:t>
            </a:r>
            <a:r>
              <a:rPr lang="en-US" sz="1000" dirty="0">
                <a:solidFill>
                  <a:srgbClr val="008080"/>
                </a:solidFill>
                <a:latin typeface="Consolas"/>
              </a:rPr>
              <a:t>&gt;</a:t>
            </a:r>
            <a:r>
              <a:rPr lang="en-US" sz="1000" dirty="0">
                <a:solidFill>
                  <a:srgbClr val="000000"/>
                </a:solidFill>
                <a:latin typeface="Consolas"/>
              </a:rPr>
              <a:t>Description:</a:t>
            </a:r>
            <a:r>
              <a:rPr lang="en-US" sz="1000" dirty="0">
                <a:solidFill>
                  <a:srgbClr val="008080"/>
                </a:solidFill>
                <a:latin typeface="Consolas"/>
              </a:rPr>
              <a:t>&lt;/</a:t>
            </a:r>
            <a:r>
              <a:rPr lang="en-US" sz="1000" dirty="0">
                <a:solidFill>
                  <a:srgbClr val="3F7F7F"/>
                </a:solidFill>
                <a:latin typeface="Consolas"/>
              </a:rPr>
              <a:t>td</a:t>
            </a:r>
            <a:r>
              <a:rPr lang="en-US" sz="1000" dirty="0">
                <a:solidFill>
                  <a:srgbClr val="008080"/>
                </a:solidFill>
                <a:latin typeface="Consolas"/>
              </a:rPr>
              <a:t>&gt;</a:t>
            </a:r>
          </a:p>
          <a:p>
            <a:pPr lvl="3"/>
            <a:r>
              <a:rPr lang="en-US" sz="1000" dirty="0">
                <a:solidFill>
                  <a:srgbClr val="008080"/>
                </a:solidFill>
                <a:latin typeface="Consolas"/>
              </a:rPr>
              <a:t>&lt;</a:t>
            </a:r>
            <a:r>
              <a:rPr lang="en-US" sz="1000" dirty="0">
                <a:solidFill>
                  <a:srgbClr val="3F7F7F"/>
                </a:solidFill>
                <a:latin typeface="Consolas"/>
              </a:rPr>
              <a:t>td</a:t>
            </a:r>
            <a:r>
              <a:rPr lang="en-US" sz="1000" dirty="0">
                <a:solidFill>
                  <a:srgbClr val="008080"/>
                </a:solidFill>
                <a:latin typeface="Consolas"/>
              </a:rPr>
              <a:t>&gt;&lt;</a:t>
            </a:r>
            <a:r>
              <a:rPr lang="en-US" sz="1000" dirty="0" err="1">
                <a:solidFill>
                  <a:srgbClr val="3F7F7F"/>
                </a:solidFill>
                <a:latin typeface="Consolas"/>
              </a:rPr>
              <a:t>textarea</a:t>
            </a:r>
            <a:r>
              <a:rPr lang="en-US" sz="1000" dirty="0">
                <a:solidFill>
                  <a:srgbClr val="3F7F7F"/>
                </a:solidFill>
                <a:latin typeface="Consolas"/>
              </a:rPr>
              <a:t> </a:t>
            </a:r>
            <a:r>
              <a:rPr lang="en-US" sz="1000" dirty="0">
                <a:solidFill>
                  <a:srgbClr val="7F007F"/>
                </a:solidFill>
                <a:latin typeface="Consolas"/>
              </a:rPr>
              <a:t>rows</a:t>
            </a:r>
            <a:r>
              <a:rPr lang="en-US" sz="1000" dirty="0">
                <a:solidFill>
                  <a:srgbClr val="000000"/>
                </a:solidFill>
                <a:latin typeface="Consolas"/>
              </a:rPr>
              <a:t>=</a:t>
            </a:r>
            <a:r>
              <a:rPr lang="en-US" sz="1000" i="1" dirty="0">
                <a:solidFill>
                  <a:srgbClr val="2A00FF"/>
                </a:solidFill>
                <a:latin typeface="Consolas"/>
              </a:rPr>
              <a:t>"3px" </a:t>
            </a:r>
            <a:r>
              <a:rPr lang="en-US" sz="1000" i="1" dirty="0">
                <a:solidFill>
                  <a:srgbClr val="7F007F"/>
                </a:solidFill>
                <a:latin typeface="Consolas"/>
              </a:rPr>
              <a:t>cols</a:t>
            </a:r>
            <a:r>
              <a:rPr lang="en-US" sz="1000" i="1" dirty="0">
                <a:solidFill>
                  <a:srgbClr val="000000"/>
                </a:solidFill>
                <a:latin typeface="Consolas"/>
              </a:rPr>
              <a:t>=</a:t>
            </a:r>
            <a:r>
              <a:rPr lang="en-US" sz="1000" i="1" dirty="0">
                <a:solidFill>
                  <a:srgbClr val="2A00FF"/>
                </a:solidFill>
                <a:latin typeface="Consolas"/>
              </a:rPr>
              <a:t>"30" </a:t>
            </a:r>
            <a:r>
              <a:rPr lang="en-US" sz="1000" i="1" dirty="0">
                <a:solidFill>
                  <a:srgbClr val="7F007F"/>
                </a:solidFill>
                <a:latin typeface="Consolas"/>
              </a:rPr>
              <a:t>name</a:t>
            </a:r>
            <a:r>
              <a:rPr lang="en-US" sz="1000" i="1" dirty="0">
                <a:solidFill>
                  <a:srgbClr val="000000"/>
                </a:solidFill>
                <a:latin typeface="Consolas"/>
              </a:rPr>
              <a:t>=</a:t>
            </a:r>
            <a:r>
              <a:rPr lang="en-US" sz="1000" i="1" dirty="0">
                <a:solidFill>
                  <a:srgbClr val="2A00FF"/>
                </a:solidFill>
                <a:latin typeface="Consolas"/>
              </a:rPr>
              <a:t>"des"</a:t>
            </a:r>
            <a:r>
              <a:rPr lang="en-US" sz="1000" i="1" dirty="0">
                <a:solidFill>
                  <a:srgbClr val="008080"/>
                </a:solidFill>
                <a:latin typeface="Consolas"/>
              </a:rPr>
              <a:t>&gt;&lt;/</a:t>
            </a:r>
            <a:r>
              <a:rPr lang="en-US" sz="1000" i="1" dirty="0" err="1">
                <a:solidFill>
                  <a:srgbClr val="3F7F7F"/>
                </a:solidFill>
                <a:latin typeface="Consolas"/>
              </a:rPr>
              <a:t>textarea</a:t>
            </a:r>
            <a:r>
              <a:rPr lang="en-US" sz="1000" i="1" dirty="0">
                <a:solidFill>
                  <a:srgbClr val="008080"/>
                </a:solidFill>
                <a:latin typeface="Consolas"/>
              </a:rPr>
              <a:t>&gt;&lt;/</a:t>
            </a:r>
            <a:r>
              <a:rPr lang="en-US" sz="1000" i="1" dirty="0">
                <a:solidFill>
                  <a:srgbClr val="3F7F7F"/>
                </a:solidFill>
                <a:latin typeface="Consolas"/>
              </a:rPr>
              <a:t>td</a:t>
            </a:r>
            <a:r>
              <a:rPr lang="en-US" sz="1000" i="1" dirty="0">
                <a:solidFill>
                  <a:srgbClr val="008080"/>
                </a:solidFill>
                <a:latin typeface="Consolas"/>
              </a:rPr>
              <a:t>&gt;</a:t>
            </a:r>
          </a:p>
          <a:p>
            <a:pPr lvl="2"/>
            <a:r>
              <a:rPr lang="en-US" sz="1000" dirty="0">
                <a:solidFill>
                  <a:srgbClr val="008080"/>
                </a:solidFill>
                <a:latin typeface="Consolas"/>
              </a:rPr>
              <a:t>&lt;/</a:t>
            </a:r>
            <a:r>
              <a:rPr lang="en-US" sz="1000" dirty="0" err="1">
                <a:solidFill>
                  <a:srgbClr val="3F7F7F"/>
                </a:solidFill>
                <a:latin typeface="Consolas"/>
              </a:rPr>
              <a:t>tr</a:t>
            </a:r>
            <a:r>
              <a:rPr lang="en-US" sz="1000" dirty="0">
                <a:solidFill>
                  <a:srgbClr val="008080"/>
                </a:solidFill>
                <a:latin typeface="Consolas"/>
              </a:rPr>
              <a:t>&gt;</a:t>
            </a:r>
          </a:p>
          <a:p>
            <a:pPr lvl="2"/>
            <a:r>
              <a:rPr lang="en-US" sz="1000" dirty="0">
                <a:solidFill>
                  <a:srgbClr val="008080"/>
                </a:solidFill>
                <a:latin typeface="Consolas"/>
              </a:rPr>
              <a:t>&lt;</a:t>
            </a:r>
            <a:r>
              <a:rPr lang="en-US" sz="1000" dirty="0" err="1">
                <a:solidFill>
                  <a:srgbClr val="3F7F7F"/>
                </a:solidFill>
                <a:latin typeface="Consolas"/>
              </a:rPr>
              <a:t>tr</a:t>
            </a:r>
            <a:r>
              <a:rPr lang="en-US" sz="1000" dirty="0">
                <a:solidFill>
                  <a:srgbClr val="008080"/>
                </a:solidFill>
                <a:latin typeface="Consolas"/>
              </a:rPr>
              <a:t>&gt;</a:t>
            </a:r>
          </a:p>
          <a:p>
            <a:pPr lvl="3"/>
            <a:r>
              <a:rPr lang="en-US" sz="1000" dirty="0">
                <a:solidFill>
                  <a:srgbClr val="008080"/>
                </a:solidFill>
                <a:latin typeface="Consolas"/>
              </a:rPr>
              <a:t>&lt;</a:t>
            </a:r>
            <a:r>
              <a:rPr lang="en-US" sz="1000" dirty="0">
                <a:solidFill>
                  <a:srgbClr val="3F7F7F"/>
                </a:solidFill>
                <a:latin typeface="Consolas"/>
              </a:rPr>
              <a:t>td </a:t>
            </a:r>
            <a:r>
              <a:rPr lang="en-US" sz="1000" dirty="0" err="1">
                <a:solidFill>
                  <a:srgbClr val="7F007F"/>
                </a:solidFill>
                <a:latin typeface="Consolas"/>
              </a:rPr>
              <a:t>colspan</a:t>
            </a:r>
            <a:r>
              <a:rPr lang="en-US" sz="1000" dirty="0">
                <a:solidFill>
                  <a:srgbClr val="000000"/>
                </a:solidFill>
                <a:latin typeface="Consolas"/>
              </a:rPr>
              <a:t>=</a:t>
            </a:r>
            <a:r>
              <a:rPr lang="en-US" sz="1000" i="1" dirty="0">
                <a:solidFill>
                  <a:srgbClr val="2A00FF"/>
                </a:solidFill>
                <a:latin typeface="Consolas"/>
              </a:rPr>
              <a:t>"2" </a:t>
            </a:r>
            <a:r>
              <a:rPr lang="en-US" sz="1000" i="1" dirty="0">
                <a:solidFill>
                  <a:srgbClr val="7F007F"/>
                </a:solidFill>
                <a:latin typeface="Consolas"/>
              </a:rPr>
              <a:t>align</a:t>
            </a:r>
            <a:r>
              <a:rPr lang="en-US" sz="1000" i="1" dirty="0">
                <a:solidFill>
                  <a:srgbClr val="000000"/>
                </a:solidFill>
                <a:latin typeface="Consolas"/>
              </a:rPr>
              <a:t>=</a:t>
            </a:r>
            <a:r>
              <a:rPr lang="en-US" sz="1000" i="1" dirty="0">
                <a:solidFill>
                  <a:srgbClr val="2A00FF"/>
                </a:solidFill>
                <a:latin typeface="Consolas"/>
              </a:rPr>
              <a:t>"center"</a:t>
            </a:r>
            <a:r>
              <a:rPr lang="en-US" sz="1000" i="1" dirty="0">
                <a:solidFill>
                  <a:srgbClr val="008080"/>
                </a:solidFill>
                <a:latin typeface="Consolas"/>
              </a:rPr>
              <a:t>&gt;</a:t>
            </a:r>
          </a:p>
          <a:p>
            <a:pPr lvl="4"/>
            <a:r>
              <a:rPr lang="en-US" sz="1000" dirty="0">
                <a:solidFill>
                  <a:srgbClr val="008080"/>
                </a:solidFill>
                <a:latin typeface="Consolas"/>
              </a:rPr>
              <a:t>&lt;</a:t>
            </a:r>
            <a:r>
              <a:rPr lang="en-US" sz="1000" dirty="0">
                <a:solidFill>
                  <a:srgbClr val="3F7F7F"/>
                </a:solidFill>
                <a:latin typeface="Consolas"/>
              </a:rPr>
              <a:t>input </a:t>
            </a:r>
            <a:r>
              <a:rPr lang="en-US" sz="1000" dirty="0">
                <a:solidFill>
                  <a:srgbClr val="7F007F"/>
                </a:solidFill>
                <a:latin typeface="Consolas"/>
              </a:rPr>
              <a:t>type</a:t>
            </a:r>
            <a:r>
              <a:rPr lang="en-US" sz="1000" dirty="0">
                <a:solidFill>
                  <a:srgbClr val="000000"/>
                </a:solidFill>
                <a:latin typeface="Consolas"/>
              </a:rPr>
              <a:t>=</a:t>
            </a:r>
            <a:r>
              <a:rPr lang="en-US" sz="1000" i="1" dirty="0">
                <a:solidFill>
                  <a:srgbClr val="2A00FF"/>
                </a:solidFill>
                <a:latin typeface="Consolas"/>
              </a:rPr>
              <a:t>"submit" </a:t>
            </a:r>
            <a:r>
              <a:rPr lang="en-US" sz="1000" i="1" dirty="0">
                <a:solidFill>
                  <a:srgbClr val="7F007F"/>
                </a:solidFill>
                <a:latin typeface="Consolas"/>
              </a:rPr>
              <a:t>value</a:t>
            </a:r>
            <a:r>
              <a:rPr lang="en-US" sz="1000" i="1" dirty="0">
                <a:solidFill>
                  <a:srgbClr val="000000"/>
                </a:solidFill>
                <a:latin typeface="Consolas"/>
              </a:rPr>
              <a:t>=</a:t>
            </a:r>
            <a:r>
              <a:rPr lang="en-US" sz="1000" i="1" dirty="0">
                <a:solidFill>
                  <a:srgbClr val="2A00FF"/>
                </a:solidFill>
                <a:latin typeface="Consolas"/>
              </a:rPr>
              <a:t>"Submit" </a:t>
            </a:r>
            <a:r>
              <a:rPr lang="en-US" sz="1000" i="1" dirty="0">
                <a:solidFill>
                  <a:srgbClr val="7F007F"/>
                </a:solidFill>
                <a:latin typeface="Consolas"/>
              </a:rPr>
              <a:t>style</a:t>
            </a:r>
            <a:r>
              <a:rPr lang="en-US" sz="1000" i="1" dirty="0">
                <a:solidFill>
                  <a:srgbClr val="000000"/>
                </a:solidFill>
                <a:latin typeface="Consolas"/>
              </a:rPr>
              <a:t>="</a:t>
            </a:r>
            <a:r>
              <a:rPr lang="en-US" sz="1000" i="1" dirty="0">
                <a:solidFill>
                  <a:srgbClr val="7F007F"/>
                </a:solidFill>
                <a:latin typeface="Consolas"/>
              </a:rPr>
              <a:t>border-radius</a:t>
            </a:r>
            <a:r>
              <a:rPr lang="en-US" sz="1000" i="1" dirty="0">
                <a:solidFill>
                  <a:srgbClr val="000000"/>
                </a:solidFill>
                <a:latin typeface="Consolas"/>
              </a:rPr>
              <a:t>: </a:t>
            </a:r>
            <a:r>
              <a:rPr lang="en-US" sz="1000" i="1" dirty="0">
                <a:solidFill>
                  <a:srgbClr val="2A00E1"/>
                </a:solidFill>
                <a:latin typeface="Consolas"/>
              </a:rPr>
              <a:t>10px</a:t>
            </a:r>
            <a:r>
              <a:rPr lang="en-US" sz="1000" i="1" dirty="0">
                <a:solidFill>
                  <a:srgbClr val="000000"/>
                </a:solidFill>
                <a:latin typeface="Consolas"/>
              </a:rPr>
              <a:t>; </a:t>
            </a:r>
            <a:r>
              <a:rPr lang="en-US" sz="1000" i="1" dirty="0">
                <a:solidFill>
                  <a:srgbClr val="7F007F"/>
                </a:solidFill>
                <a:latin typeface="Consolas"/>
              </a:rPr>
              <a:t>width</a:t>
            </a:r>
            <a:r>
              <a:rPr lang="en-US" sz="1000" i="1" dirty="0">
                <a:solidFill>
                  <a:srgbClr val="000000"/>
                </a:solidFill>
                <a:latin typeface="Consolas"/>
              </a:rPr>
              <a:t>: </a:t>
            </a:r>
            <a:r>
              <a:rPr lang="en-US" sz="1000" i="1" dirty="0">
                <a:solidFill>
                  <a:srgbClr val="2A00E1"/>
                </a:solidFill>
                <a:latin typeface="Consolas"/>
              </a:rPr>
              <a:t>80px</a:t>
            </a:r>
            <a:r>
              <a:rPr lang="en-US" sz="1000" i="1" dirty="0">
                <a:solidFill>
                  <a:srgbClr val="000000"/>
                </a:solidFill>
                <a:latin typeface="Consolas"/>
              </a:rPr>
              <a:t>"</a:t>
            </a:r>
            <a:r>
              <a:rPr lang="en-US" sz="1000" i="1" dirty="0">
                <a:solidFill>
                  <a:srgbClr val="008080"/>
                </a:solidFill>
                <a:latin typeface="Consolas"/>
              </a:rPr>
              <a:t>&gt;</a:t>
            </a:r>
          </a:p>
          <a:p>
            <a:pPr lvl="4"/>
            <a:r>
              <a:rPr lang="en-US" sz="1000" dirty="0">
                <a:solidFill>
                  <a:srgbClr val="008080"/>
                </a:solidFill>
                <a:latin typeface="Consolas"/>
              </a:rPr>
              <a:t>&lt;</a:t>
            </a:r>
            <a:r>
              <a:rPr lang="en-US" sz="1000" dirty="0">
                <a:solidFill>
                  <a:srgbClr val="3F7F7F"/>
                </a:solidFill>
                <a:latin typeface="Consolas"/>
              </a:rPr>
              <a:t>input </a:t>
            </a:r>
            <a:r>
              <a:rPr lang="en-US" sz="1000" dirty="0">
                <a:solidFill>
                  <a:srgbClr val="7F007F"/>
                </a:solidFill>
                <a:latin typeface="Consolas"/>
              </a:rPr>
              <a:t>type</a:t>
            </a:r>
            <a:r>
              <a:rPr lang="en-US" sz="1000" dirty="0">
                <a:solidFill>
                  <a:srgbClr val="000000"/>
                </a:solidFill>
                <a:latin typeface="Consolas"/>
              </a:rPr>
              <a:t>=</a:t>
            </a:r>
            <a:r>
              <a:rPr lang="en-US" sz="1000" i="1" dirty="0">
                <a:solidFill>
                  <a:srgbClr val="2A00FF"/>
                </a:solidFill>
                <a:latin typeface="Consolas"/>
              </a:rPr>
              <a:t>"reset" </a:t>
            </a:r>
            <a:r>
              <a:rPr lang="en-US" sz="1000" i="1" dirty="0">
                <a:solidFill>
                  <a:srgbClr val="7F007F"/>
                </a:solidFill>
                <a:latin typeface="Consolas"/>
              </a:rPr>
              <a:t>value</a:t>
            </a:r>
            <a:r>
              <a:rPr lang="en-US" sz="1000" i="1" dirty="0">
                <a:solidFill>
                  <a:srgbClr val="000000"/>
                </a:solidFill>
                <a:latin typeface="Consolas"/>
              </a:rPr>
              <a:t>=</a:t>
            </a:r>
            <a:r>
              <a:rPr lang="en-US" sz="1000" i="1" dirty="0">
                <a:solidFill>
                  <a:srgbClr val="2A00FF"/>
                </a:solidFill>
                <a:latin typeface="Consolas"/>
              </a:rPr>
              <a:t>"Clean" </a:t>
            </a:r>
            <a:r>
              <a:rPr lang="en-US" sz="1000" i="1" dirty="0">
                <a:solidFill>
                  <a:srgbClr val="7F007F"/>
                </a:solidFill>
                <a:latin typeface="Consolas"/>
              </a:rPr>
              <a:t>style</a:t>
            </a:r>
            <a:r>
              <a:rPr lang="en-US" sz="1000" i="1" dirty="0">
                <a:solidFill>
                  <a:srgbClr val="000000"/>
                </a:solidFill>
                <a:latin typeface="Consolas"/>
              </a:rPr>
              <a:t>="</a:t>
            </a:r>
            <a:r>
              <a:rPr lang="en-US" sz="1000" i="1" dirty="0">
                <a:solidFill>
                  <a:srgbClr val="7F007F"/>
                </a:solidFill>
                <a:latin typeface="Consolas"/>
              </a:rPr>
              <a:t>border-radius</a:t>
            </a:r>
            <a:r>
              <a:rPr lang="en-US" sz="1000" i="1" dirty="0">
                <a:solidFill>
                  <a:srgbClr val="000000"/>
                </a:solidFill>
                <a:latin typeface="Consolas"/>
              </a:rPr>
              <a:t>: </a:t>
            </a:r>
            <a:r>
              <a:rPr lang="en-US" sz="1000" i="1" dirty="0">
                <a:solidFill>
                  <a:srgbClr val="2A00E1"/>
                </a:solidFill>
                <a:latin typeface="Consolas"/>
              </a:rPr>
              <a:t>10px</a:t>
            </a:r>
            <a:r>
              <a:rPr lang="en-US" sz="1000" i="1" dirty="0">
                <a:solidFill>
                  <a:srgbClr val="000000"/>
                </a:solidFill>
                <a:latin typeface="Consolas"/>
              </a:rPr>
              <a:t>; </a:t>
            </a:r>
            <a:r>
              <a:rPr lang="en-US" sz="1000" i="1" dirty="0">
                <a:solidFill>
                  <a:srgbClr val="7F007F"/>
                </a:solidFill>
                <a:latin typeface="Consolas"/>
              </a:rPr>
              <a:t>width</a:t>
            </a:r>
            <a:r>
              <a:rPr lang="en-US" sz="1000" i="1" dirty="0">
                <a:solidFill>
                  <a:srgbClr val="000000"/>
                </a:solidFill>
                <a:latin typeface="Consolas"/>
              </a:rPr>
              <a:t>: </a:t>
            </a:r>
            <a:r>
              <a:rPr lang="en-US" sz="1000" i="1" dirty="0">
                <a:solidFill>
                  <a:srgbClr val="2A00E1"/>
                </a:solidFill>
                <a:latin typeface="Consolas"/>
              </a:rPr>
              <a:t>80px</a:t>
            </a:r>
            <a:r>
              <a:rPr lang="en-US" sz="1000" i="1" dirty="0">
                <a:solidFill>
                  <a:srgbClr val="000000"/>
                </a:solidFill>
                <a:latin typeface="Consolas"/>
              </a:rPr>
              <a:t>"</a:t>
            </a:r>
            <a:r>
              <a:rPr lang="en-US" sz="1000" i="1" dirty="0">
                <a:solidFill>
                  <a:srgbClr val="008080"/>
                </a:solidFill>
                <a:latin typeface="Consolas"/>
              </a:rPr>
              <a:t>&gt;</a:t>
            </a:r>
          </a:p>
          <a:p>
            <a:pPr lvl="3"/>
            <a:r>
              <a:rPr lang="en-US" sz="1000" dirty="0">
                <a:solidFill>
                  <a:srgbClr val="008080"/>
                </a:solidFill>
                <a:latin typeface="Consolas"/>
              </a:rPr>
              <a:t>&lt;/</a:t>
            </a:r>
            <a:r>
              <a:rPr lang="en-US" sz="1000" dirty="0">
                <a:solidFill>
                  <a:srgbClr val="3F7F7F"/>
                </a:solidFill>
                <a:latin typeface="Consolas"/>
              </a:rPr>
              <a:t>td</a:t>
            </a:r>
            <a:r>
              <a:rPr lang="en-US" sz="1000" dirty="0">
                <a:solidFill>
                  <a:srgbClr val="008080"/>
                </a:solidFill>
                <a:latin typeface="Consolas"/>
              </a:rPr>
              <a:t>&gt;</a:t>
            </a:r>
          </a:p>
          <a:p>
            <a:pPr lvl="2"/>
            <a:r>
              <a:rPr lang="en-US" sz="1000" dirty="0">
                <a:solidFill>
                  <a:srgbClr val="008080"/>
                </a:solidFill>
                <a:latin typeface="Consolas"/>
              </a:rPr>
              <a:t>&lt;/</a:t>
            </a:r>
            <a:r>
              <a:rPr lang="en-US" sz="1000" dirty="0" err="1">
                <a:solidFill>
                  <a:srgbClr val="3F7F7F"/>
                </a:solidFill>
                <a:latin typeface="Consolas"/>
              </a:rPr>
              <a:t>tr</a:t>
            </a:r>
            <a:r>
              <a:rPr lang="en-US" sz="1000" dirty="0">
                <a:solidFill>
                  <a:srgbClr val="008080"/>
                </a:solidFill>
                <a:latin typeface="Consolas"/>
              </a:rPr>
              <a:t>&gt;</a:t>
            </a:r>
          </a:p>
          <a:p>
            <a:pPr lvl="1"/>
            <a:r>
              <a:rPr lang="en-US" sz="1000" dirty="0">
                <a:solidFill>
                  <a:srgbClr val="008080"/>
                </a:solidFill>
                <a:latin typeface="Consolas"/>
              </a:rPr>
              <a:t>&lt;/</a:t>
            </a:r>
            <a:r>
              <a:rPr lang="en-US" sz="1000" dirty="0">
                <a:solidFill>
                  <a:srgbClr val="3F7F7F"/>
                </a:solidFill>
                <a:latin typeface="Consolas"/>
              </a:rPr>
              <a:t>table</a:t>
            </a:r>
            <a:r>
              <a:rPr lang="en-US" sz="1000" dirty="0">
                <a:solidFill>
                  <a:srgbClr val="008080"/>
                </a:solidFill>
                <a:latin typeface="Consolas"/>
              </a:rPr>
              <a:t>&gt;</a:t>
            </a:r>
          </a:p>
          <a:p>
            <a:r>
              <a:rPr lang="en-US" sz="1000" dirty="0">
                <a:solidFill>
                  <a:srgbClr val="008080"/>
                </a:solidFill>
                <a:latin typeface="Consolas"/>
              </a:rPr>
              <a:t>&lt;/</a:t>
            </a:r>
            <a:r>
              <a:rPr lang="en-US" sz="1000" dirty="0">
                <a:solidFill>
                  <a:srgbClr val="3F7F7F"/>
                </a:solidFill>
                <a:latin typeface="Consolas"/>
              </a:rPr>
              <a:t>form</a:t>
            </a:r>
            <a:r>
              <a:rPr lang="en-US" sz="1000" dirty="0">
                <a:solidFill>
                  <a:srgbClr val="008080"/>
                </a:solidFill>
                <a:latin typeface="Consolas"/>
              </a:rPr>
              <a:t>&gt;</a:t>
            </a:r>
            <a:endParaRPr lang="en-US" sz="1000" dirty="0"/>
          </a:p>
        </p:txBody>
      </p:sp>
      <p:sp>
        <p:nvSpPr>
          <p:cNvPr id="14" name="Rectangle 13"/>
          <p:cNvSpPr/>
          <p:nvPr/>
        </p:nvSpPr>
        <p:spPr>
          <a:xfrm>
            <a:off x="3106178" y="4929248"/>
            <a:ext cx="5371189" cy="1166752"/>
          </a:xfrm>
          <a:prstGeom prst="rect">
            <a:avLst/>
          </a:prstGeom>
          <a:solidFill>
            <a:schemeClr val="accent5">
              <a:lumMod val="20000"/>
              <a:lumOff val="80000"/>
            </a:schemeClr>
          </a:solidFill>
        </p:spPr>
        <p:style>
          <a:lnRef idx="1">
            <a:schemeClr val="accent3"/>
          </a:lnRef>
          <a:fillRef idx="2">
            <a:schemeClr val="accent3"/>
          </a:fillRef>
          <a:effectRef idx="1">
            <a:schemeClr val="accent3"/>
          </a:effectRef>
          <a:fontRef idx="minor">
            <a:schemeClr val="dk1"/>
          </a:fontRef>
        </p:style>
        <p:txBody>
          <a:bodyPr wrap="square">
            <a:noAutofit/>
          </a:bodyPr>
          <a:lstStyle/>
          <a:p>
            <a:r>
              <a:rPr lang="en-US" sz="1200" dirty="0">
                <a:solidFill>
                  <a:srgbClr val="3F5FBF"/>
                </a:solidFill>
                <a:highlight>
                  <a:srgbClr val="E8F2FE"/>
                </a:highlight>
                <a:latin typeface="Consolas"/>
              </a:rPr>
              <a:t>&lt;!--</a:t>
            </a:r>
            <a:r>
              <a:rPr lang="en-US" sz="1200" dirty="0" err="1">
                <a:solidFill>
                  <a:srgbClr val="3F5FBF"/>
                </a:solidFill>
                <a:highlight>
                  <a:srgbClr val="E8F2FE"/>
                </a:highlight>
                <a:latin typeface="Consolas"/>
              </a:rPr>
              <a:t>ViewStock.jsp</a:t>
            </a:r>
            <a:r>
              <a:rPr lang="en-US" sz="1200" dirty="0">
                <a:solidFill>
                  <a:srgbClr val="3F5FBF"/>
                </a:solidFill>
                <a:highlight>
                  <a:srgbClr val="E8F2FE"/>
                </a:highlight>
                <a:latin typeface="Consolas"/>
              </a:rPr>
              <a:t>  --&gt;</a:t>
            </a:r>
            <a:endParaRPr lang="en-US" sz="1200" dirty="0">
              <a:solidFill>
                <a:srgbClr val="BF5F3F"/>
              </a:solidFill>
              <a:latin typeface="Consolas"/>
            </a:endParaRPr>
          </a:p>
          <a:p>
            <a:r>
              <a:rPr lang="en-US" sz="1200" dirty="0">
                <a:solidFill>
                  <a:srgbClr val="BF5F3F"/>
                </a:solidFill>
                <a:latin typeface="Consolas"/>
              </a:rPr>
              <a:t>&lt;%</a:t>
            </a:r>
          </a:p>
          <a:p>
            <a:r>
              <a:rPr lang="en-US" sz="1200" dirty="0">
                <a:solidFill>
                  <a:srgbClr val="000000"/>
                </a:solidFill>
                <a:latin typeface="Consolas"/>
              </a:rPr>
              <a:t>    String </a:t>
            </a:r>
            <a:r>
              <a:rPr lang="en-US" sz="1200" dirty="0" err="1">
                <a:solidFill>
                  <a:srgbClr val="000000"/>
                </a:solidFill>
                <a:latin typeface="Consolas"/>
              </a:rPr>
              <a:t>stockCode</a:t>
            </a:r>
            <a:r>
              <a:rPr lang="en-US" sz="1200" dirty="0">
                <a:solidFill>
                  <a:srgbClr val="000000"/>
                </a:solidFill>
                <a:latin typeface="Consolas"/>
              </a:rPr>
              <a:t> = </a:t>
            </a:r>
            <a:r>
              <a:rPr lang="en-US" sz="1200" dirty="0" err="1">
                <a:solidFill>
                  <a:srgbClr val="000000"/>
                </a:solidFill>
                <a:latin typeface="Consolas"/>
              </a:rPr>
              <a:t>request.getParameter</a:t>
            </a:r>
            <a:r>
              <a:rPr lang="en-US" sz="1200" dirty="0">
                <a:solidFill>
                  <a:srgbClr val="000000"/>
                </a:solidFill>
                <a:latin typeface="Consolas"/>
              </a:rPr>
              <a:t>(</a:t>
            </a:r>
            <a:r>
              <a:rPr lang="en-US" sz="1200" dirty="0">
                <a:solidFill>
                  <a:srgbClr val="2A00FF"/>
                </a:solidFill>
                <a:latin typeface="Consolas"/>
              </a:rPr>
              <a:t>"</a:t>
            </a:r>
            <a:r>
              <a:rPr lang="en-US" sz="1200" dirty="0" err="1">
                <a:solidFill>
                  <a:srgbClr val="2A00FF"/>
                </a:solidFill>
                <a:latin typeface="Consolas"/>
              </a:rPr>
              <a:t>stockCode</a:t>
            </a:r>
            <a:r>
              <a:rPr lang="en-US" sz="1200" dirty="0">
                <a:solidFill>
                  <a:srgbClr val="2A00FF"/>
                </a:solidFill>
                <a:latin typeface="Consolas"/>
              </a:rPr>
              <a:t>"</a:t>
            </a:r>
            <a:r>
              <a:rPr lang="en-US" sz="1200" dirty="0">
                <a:solidFill>
                  <a:srgbClr val="000000"/>
                </a:solidFill>
                <a:latin typeface="Consolas"/>
              </a:rPr>
              <a:t>);</a:t>
            </a:r>
          </a:p>
          <a:p>
            <a:r>
              <a:rPr lang="en-US" sz="1200" dirty="0">
                <a:solidFill>
                  <a:srgbClr val="000000"/>
                </a:solidFill>
                <a:latin typeface="Consolas"/>
              </a:rPr>
              <a:t>    String </a:t>
            </a:r>
            <a:r>
              <a:rPr lang="en-US" sz="1200" dirty="0" err="1">
                <a:solidFill>
                  <a:srgbClr val="000000"/>
                </a:solidFill>
                <a:latin typeface="Consolas"/>
              </a:rPr>
              <a:t>stockName</a:t>
            </a:r>
            <a:r>
              <a:rPr lang="en-US" sz="1200" dirty="0">
                <a:solidFill>
                  <a:srgbClr val="000000"/>
                </a:solidFill>
                <a:latin typeface="Consolas"/>
              </a:rPr>
              <a:t> = </a:t>
            </a:r>
            <a:r>
              <a:rPr lang="en-US" sz="1200" dirty="0" err="1">
                <a:solidFill>
                  <a:srgbClr val="000000"/>
                </a:solidFill>
                <a:latin typeface="Consolas"/>
              </a:rPr>
              <a:t>request.getParameter</a:t>
            </a:r>
            <a:r>
              <a:rPr lang="en-US" sz="1200" dirty="0">
                <a:solidFill>
                  <a:srgbClr val="000000"/>
                </a:solidFill>
                <a:latin typeface="Consolas"/>
              </a:rPr>
              <a:t>(</a:t>
            </a:r>
            <a:r>
              <a:rPr lang="en-US" sz="1200" dirty="0">
                <a:solidFill>
                  <a:srgbClr val="2A00FF"/>
                </a:solidFill>
                <a:latin typeface="Consolas"/>
              </a:rPr>
              <a:t>"</a:t>
            </a:r>
            <a:r>
              <a:rPr lang="en-US" sz="1200" dirty="0" err="1">
                <a:solidFill>
                  <a:srgbClr val="2A00FF"/>
                </a:solidFill>
                <a:latin typeface="Consolas"/>
              </a:rPr>
              <a:t>stockName</a:t>
            </a:r>
            <a:r>
              <a:rPr lang="en-US" sz="1200" dirty="0">
                <a:solidFill>
                  <a:srgbClr val="2A00FF"/>
                </a:solidFill>
                <a:latin typeface="Consolas"/>
              </a:rPr>
              <a:t>"</a:t>
            </a:r>
            <a:r>
              <a:rPr lang="en-US" sz="1200" dirty="0">
                <a:solidFill>
                  <a:srgbClr val="000000"/>
                </a:solidFill>
                <a:latin typeface="Consolas"/>
              </a:rPr>
              <a:t>);</a:t>
            </a:r>
          </a:p>
          <a:p>
            <a:r>
              <a:rPr lang="en-US" sz="1200" dirty="0">
                <a:solidFill>
                  <a:srgbClr val="000000"/>
                </a:solidFill>
                <a:latin typeface="Consolas"/>
              </a:rPr>
              <a:t>    String description = </a:t>
            </a:r>
            <a:r>
              <a:rPr lang="en-US" sz="1200" dirty="0" err="1">
                <a:solidFill>
                  <a:srgbClr val="000000"/>
                </a:solidFill>
                <a:latin typeface="Consolas"/>
              </a:rPr>
              <a:t>request.getParameter</a:t>
            </a:r>
            <a:r>
              <a:rPr lang="en-US" sz="1200" dirty="0">
                <a:solidFill>
                  <a:srgbClr val="000000"/>
                </a:solidFill>
                <a:latin typeface="Consolas"/>
              </a:rPr>
              <a:t>(</a:t>
            </a:r>
            <a:r>
              <a:rPr lang="en-US" sz="1200" dirty="0">
                <a:solidFill>
                  <a:srgbClr val="2A00FF"/>
                </a:solidFill>
                <a:latin typeface="Consolas"/>
              </a:rPr>
              <a:t>"des"</a:t>
            </a:r>
            <a:r>
              <a:rPr lang="en-US" sz="1200" dirty="0">
                <a:solidFill>
                  <a:srgbClr val="000000"/>
                </a:solidFill>
                <a:latin typeface="Consolas"/>
              </a:rPr>
              <a:t>);</a:t>
            </a:r>
          </a:p>
          <a:p>
            <a:r>
              <a:rPr lang="en-US" sz="1200" dirty="0">
                <a:solidFill>
                  <a:srgbClr val="BF5F3F"/>
                </a:solidFill>
                <a:latin typeface="Consolas"/>
              </a:rPr>
              <a:t>%&gt;</a:t>
            </a:r>
            <a:endParaRPr lang="en-US" sz="1200" dirty="0"/>
          </a:p>
        </p:txBody>
      </p:sp>
      <p:grpSp>
        <p:nvGrpSpPr>
          <p:cNvPr id="15" name="Group 14"/>
          <p:cNvGrpSpPr/>
          <p:nvPr/>
        </p:nvGrpSpPr>
        <p:grpSpPr>
          <a:xfrm>
            <a:off x="7323123" y="1711297"/>
            <a:ext cx="4366681" cy="4139527"/>
            <a:chOff x="6128398" y="862702"/>
            <a:chExt cx="4366681" cy="4139527"/>
          </a:xfrm>
        </p:grpSpPr>
        <p:pic>
          <p:nvPicPr>
            <p:cNvPr id="1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9649" y="2861898"/>
              <a:ext cx="3025430" cy="2140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8398" y="862702"/>
              <a:ext cx="2449804" cy="1940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Rectangle 21"/>
            <p:cNvSpPr/>
            <p:nvPr/>
          </p:nvSpPr>
          <p:spPr>
            <a:xfrm>
              <a:off x="6743700" y="2466975"/>
              <a:ext cx="552450" cy="209550"/>
            </a:xfrm>
            <a:prstGeom prst="rect">
              <a:avLst/>
            </a:prstGeom>
            <a:noFill/>
            <a:ln w="19050">
              <a:solidFill>
                <a:srgbClr val="FF0000"/>
              </a:solidFill>
              <a:tailEnd type="stealt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16990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Đối</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tượng</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ẩn</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trong</a:t>
              </a:r>
              <a:r>
                <a:rPr lang="en-US" altLang="zh-CN" sz="2800" b="1" dirty="0">
                  <a:solidFill>
                    <a:schemeClr val="bg1"/>
                  </a:solidFill>
                  <a:latin typeface="Times New Roman" panose="02020603050405020304" pitchFamily="18" charset="0"/>
                  <a:cs typeface="Times New Roman" panose="02020603050405020304" pitchFamily="18" charset="0"/>
                </a:rPr>
                <a:t> JSP (Response)</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04</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9125155" cy="4394152"/>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Đối tượng application là bao quan trực tiếp đối tượng ServletContext cho Servlet đã được tạo và thực tế, nó là một minh họa của đối tượng javax.servlet.ServletContext</a:t>
            </a:r>
            <a:r>
              <a:rPr lang="en-US" sz="2400" dirty="0">
                <a:latin typeface="Times New Roman" panose="02020603050405020304" pitchFamily="18" charset="0"/>
                <a:cs typeface="Times New Roman" panose="02020603050405020304" pitchFamily="18" charset="0"/>
              </a:rPr>
              <a:t>.</a:t>
            </a:r>
          </a:p>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Đối tượng này là một sự biểu diễn của JSP page thông qua cả vòng đời của nó. Đối tượng application được tạo khi JSP page được khởi tạo và sẽ được gỡ bở khi JSP page bị gỡ bỏ bởi phương thức jspDestroy().</a:t>
            </a:r>
            <a:endParaRPr lang="en-US"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Bằng việc thêm một thuộc tính tới đối tượng application, bạn có thể bảo đảm rằng tất cả JSP file, mà tạo ứng dụng web của bạn, có quyền truy cập tới nó.</a:t>
            </a:r>
            <a:endParaRPr lang="en-US" sz="24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add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response </a:t>
            </a:r>
            <a:r>
              <a:rPr lang="en-US" sz="2400" dirty="0" err="1">
                <a:latin typeface="Times New Roman" panose="02020603050405020304" pitchFamily="18" charset="0"/>
                <a:cs typeface="Times New Roman" panose="02020603050405020304" pitchFamily="18" charset="0"/>
              </a:rPr>
              <a:t>như</a:t>
            </a:r>
            <a:r>
              <a:rPr lang="en-US" sz="2400" dirty="0">
                <a:latin typeface="Times New Roman" panose="02020603050405020304" pitchFamily="18" charset="0"/>
                <a:cs typeface="Times New Roman" panose="02020603050405020304" pitchFamily="18" charset="0"/>
              </a:rPr>
              <a:t> redirect, </a:t>
            </a:r>
            <a:r>
              <a:rPr lang="en-US" sz="2400" dirty="0" err="1">
                <a:latin typeface="Times New Roman" panose="02020603050405020304" pitchFamily="18" charset="0"/>
                <a:cs typeface="Times New Roman" panose="02020603050405020304" pitchFamily="18" charset="0"/>
              </a:rPr>
              <a:t>trả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resource, </a:t>
            </a:r>
            <a:r>
              <a:rPr lang="en-US" sz="2400" dirty="0" err="1">
                <a:latin typeface="Times New Roman" panose="02020603050405020304" pitchFamily="18" charset="0"/>
                <a:cs typeface="Times New Roman" panose="02020603050405020304" pitchFamily="18" charset="0"/>
              </a:rPr>
              <a:t>trả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lỗi</a:t>
            </a:r>
            <a:r>
              <a:rPr lang="en-US" sz="2400" dirty="0">
                <a:latin typeface="Times New Roman" panose="02020603050405020304" pitchFamily="18" charset="0"/>
                <a:cs typeface="Times New Roman" panose="02020603050405020304" pitchFamily="18" charset="0"/>
              </a:rPr>
              <a:t>…</a:t>
            </a:r>
          </a:p>
        </p:txBody>
      </p:sp>
      <p:sp>
        <p:nvSpPr>
          <p:cNvPr id="2" name="AutoShape 2" descr="https://s1.o7planning.com/web-rs/web-image/vi/arf-1008117-vi.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https://s1.o7planning.com/web-rs/web-image/vi/arf-1008117-vi.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04877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Đối</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tượng</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ẩn</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trong</a:t>
              </a:r>
              <a:r>
                <a:rPr lang="en-US" altLang="zh-CN" sz="2800" b="1" dirty="0">
                  <a:solidFill>
                    <a:schemeClr val="bg1"/>
                  </a:solidFill>
                  <a:latin typeface="Times New Roman" panose="02020603050405020304" pitchFamily="18" charset="0"/>
                  <a:cs typeface="Times New Roman" panose="02020603050405020304" pitchFamily="18" charset="0"/>
                </a:rPr>
                <a:t> JSP (Response)</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04</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9125155" cy="4874283"/>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a:t>
            </a:r>
          </a:p>
          <a:p>
            <a:pPr marL="812165" lvl="1" indent="-342900">
              <a:spcBef>
                <a:spcPts val="595"/>
              </a:spcBef>
              <a:buClr>
                <a:srgbClr val="FF5A33"/>
              </a:buClr>
              <a:buFont typeface="Wingdings" panose="05000000000000000000" pitchFamily="2" charset="2"/>
              <a:buChar char="v"/>
              <a:tabLst>
                <a:tab pos="755015" algn="l"/>
              </a:tabLst>
            </a:pPr>
            <a:r>
              <a:rPr lang="en-US" sz="2200" dirty="0">
                <a:latin typeface="Times New Roman" panose="02020603050405020304" pitchFamily="18" charset="0"/>
                <a:cs typeface="Times New Roman" panose="02020603050405020304" pitchFamily="18" charset="0"/>
              </a:rPr>
              <a:t>void </a:t>
            </a:r>
            <a:r>
              <a:rPr lang="en-US" sz="2200" b="1" dirty="0" err="1">
                <a:latin typeface="Times New Roman" panose="02020603050405020304" pitchFamily="18" charset="0"/>
                <a:cs typeface="Times New Roman" panose="02020603050405020304" pitchFamily="18" charset="0"/>
              </a:rPr>
              <a:t>sendRedirect</a:t>
            </a:r>
            <a:r>
              <a:rPr lang="en-US" sz="2200" b="1" dirty="0">
                <a:latin typeface="Times New Roman" panose="02020603050405020304" pitchFamily="18" charset="0"/>
                <a:cs typeface="Times New Roman" panose="02020603050405020304" pitchFamily="18" charset="0"/>
              </a:rPr>
              <a:t>(String address) </a:t>
            </a:r>
            <a:r>
              <a:rPr lang="en-US" sz="2200" dirty="0">
                <a:latin typeface="Times New Roman" panose="02020603050405020304" pitchFamily="18" charset="0"/>
                <a:cs typeface="Times New Roman" panose="02020603050405020304" pitchFamily="18" charset="0"/>
              </a:rPr>
              <a:t>– It redirects the control to a new JSP page. </a:t>
            </a:r>
          </a:p>
          <a:p>
            <a:pPr lvl="2" algn="just" defTabSz="457200">
              <a:spcBef>
                <a:spcPts val="300"/>
              </a:spcBef>
              <a:spcAft>
                <a:spcPts val="300"/>
              </a:spcAft>
              <a:defRPr/>
            </a:pPr>
            <a:r>
              <a:rPr lang="en-US" sz="1600" dirty="0">
                <a:solidFill>
                  <a:prstClr val="black"/>
                </a:solidFill>
                <a:latin typeface="Candara" panose="020E0502030303020204" pitchFamily="34" charset="0"/>
              </a:rPr>
              <a:t>Example: </a:t>
            </a:r>
            <a:r>
              <a:rPr lang="en-US" sz="1600" dirty="0" err="1">
                <a:solidFill>
                  <a:srgbClr val="000000"/>
                </a:solidFill>
                <a:highlight>
                  <a:srgbClr val="E8F2FE"/>
                </a:highlight>
                <a:latin typeface="Consolas"/>
              </a:rPr>
              <a:t>response.sendRedirect</a:t>
            </a:r>
            <a:r>
              <a:rPr lang="en-US" sz="1600" dirty="0">
                <a:solidFill>
                  <a:srgbClr val="000000"/>
                </a:solidFill>
                <a:highlight>
                  <a:srgbClr val="E8F2FE"/>
                </a:highlight>
                <a:latin typeface="Consolas"/>
              </a:rPr>
              <a:t>(</a:t>
            </a:r>
            <a:r>
              <a:rPr lang="en-US" sz="1600" dirty="0">
                <a:solidFill>
                  <a:srgbClr val="2A00FF"/>
                </a:solidFill>
                <a:highlight>
                  <a:srgbClr val="E8F2FE"/>
                </a:highlight>
                <a:latin typeface="Consolas"/>
              </a:rPr>
              <a:t>"http://beginnersbook.com"</a:t>
            </a:r>
            <a:r>
              <a:rPr lang="en-US" sz="1600" dirty="0">
                <a:solidFill>
                  <a:srgbClr val="000000"/>
                </a:solidFill>
                <a:highlight>
                  <a:srgbClr val="E8F2FE"/>
                </a:highlight>
                <a:latin typeface="Consolas"/>
              </a:rPr>
              <a:t>);</a:t>
            </a:r>
            <a:endParaRPr lang="en-US" sz="1400" dirty="0">
              <a:solidFill>
                <a:srgbClr val="000000"/>
              </a:solidFill>
              <a:highlight>
                <a:srgbClr val="E8F2FE"/>
              </a:highlight>
              <a:latin typeface="Consolas"/>
            </a:endParaRPr>
          </a:p>
          <a:p>
            <a:pPr marL="812165" lvl="1" indent="-342900">
              <a:spcBef>
                <a:spcPts val="595"/>
              </a:spcBef>
              <a:buClr>
                <a:srgbClr val="FF5A33"/>
              </a:buClr>
              <a:buFont typeface="Wingdings" panose="05000000000000000000" pitchFamily="2" charset="2"/>
              <a:buChar char="v"/>
              <a:tabLst>
                <a:tab pos="755015" algn="l"/>
              </a:tabLst>
            </a:pPr>
            <a:r>
              <a:rPr lang="en-US" sz="2200" b="1" dirty="0">
                <a:latin typeface="Times New Roman" panose="02020603050405020304" pitchFamily="18" charset="0"/>
                <a:cs typeface="Times New Roman" panose="02020603050405020304" pitchFamily="18" charset="0"/>
              </a:rPr>
              <a:t>void </a:t>
            </a:r>
            <a:r>
              <a:rPr lang="en-US" sz="2200" b="1" dirty="0" err="1">
                <a:latin typeface="Times New Roman" panose="02020603050405020304" pitchFamily="18" charset="0"/>
                <a:cs typeface="Times New Roman" panose="02020603050405020304" pitchFamily="18" charset="0"/>
              </a:rPr>
              <a:t>addCookie</a:t>
            </a:r>
            <a:r>
              <a:rPr lang="en-US" sz="2200" b="1" dirty="0">
                <a:latin typeface="Times New Roman" panose="02020603050405020304" pitchFamily="18" charset="0"/>
                <a:cs typeface="Times New Roman" panose="02020603050405020304" pitchFamily="18" charset="0"/>
              </a:rPr>
              <a:t>(Cookie cookie) </a:t>
            </a:r>
            <a:r>
              <a:rPr lang="en-US" sz="2200" dirty="0">
                <a:latin typeface="Times New Roman" panose="02020603050405020304" pitchFamily="18" charset="0"/>
                <a:cs typeface="Times New Roman" panose="02020603050405020304" pitchFamily="18" charset="0"/>
              </a:rPr>
              <a:t>– This method adds a cookie to the response. The below statements would add 2 Cookies Author and </a:t>
            </a:r>
            <a:r>
              <a:rPr lang="en-US" sz="2200" dirty="0" err="1">
                <a:latin typeface="Times New Roman" panose="02020603050405020304" pitchFamily="18" charset="0"/>
                <a:cs typeface="Times New Roman" panose="02020603050405020304" pitchFamily="18" charset="0"/>
              </a:rPr>
              <a:t>Siteinfo</a:t>
            </a:r>
            <a:r>
              <a:rPr lang="en-US" sz="2200" dirty="0">
                <a:latin typeface="Times New Roman" panose="02020603050405020304" pitchFamily="18" charset="0"/>
                <a:cs typeface="Times New Roman" panose="02020603050405020304" pitchFamily="18" charset="0"/>
              </a:rPr>
              <a:t> to the response.</a:t>
            </a:r>
          </a:p>
          <a:p>
            <a:pPr marL="469265" lvl="1">
              <a:spcBef>
                <a:spcPts val="595"/>
              </a:spcBef>
              <a:buClr>
                <a:srgbClr val="FF5A33"/>
              </a:buClr>
              <a:tabLst>
                <a:tab pos="755015" algn="l"/>
              </a:tabLst>
            </a:pPr>
            <a:r>
              <a:rPr lang="en-US" sz="1600" dirty="0">
                <a:solidFill>
                  <a:prstClr val="black"/>
                </a:solidFill>
                <a:latin typeface="Candara" panose="020E0502030303020204" pitchFamily="34" charset="0"/>
              </a:rPr>
              <a:t>		Example: </a:t>
            </a:r>
            <a:r>
              <a:rPr lang="en-US" sz="1600" dirty="0" err="1">
                <a:solidFill>
                  <a:prstClr val="black"/>
                </a:solidFill>
                <a:latin typeface="Candara" panose="020E0502030303020204" pitchFamily="34" charset="0"/>
              </a:rPr>
              <a:t>response.addCookie</a:t>
            </a:r>
            <a:r>
              <a:rPr lang="en-US" sz="1600" dirty="0">
                <a:solidFill>
                  <a:prstClr val="black"/>
                </a:solidFill>
                <a:latin typeface="Candara" panose="020E0502030303020204" pitchFamily="34" charset="0"/>
              </a:rPr>
              <a:t>(Cookie Author); </a:t>
            </a:r>
            <a:r>
              <a:rPr lang="en-US" sz="1600" dirty="0" err="1">
                <a:solidFill>
                  <a:prstClr val="black"/>
                </a:solidFill>
                <a:latin typeface="Candara" panose="020E0502030303020204" pitchFamily="34" charset="0"/>
              </a:rPr>
              <a:t>response.addCookie</a:t>
            </a:r>
            <a:r>
              <a:rPr lang="en-US" sz="1600" dirty="0">
                <a:solidFill>
                  <a:prstClr val="black"/>
                </a:solidFill>
                <a:latin typeface="Candara" panose="020E0502030303020204" pitchFamily="34" charset="0"/>
              </a:rPr>
              <a:t>(Cookie </a:t>
            </a:r>
            <a:r>
              <a:rPr lang="en-US" sz="1600" dirty="0" err="1">
                <a:solidFill>
                  <a:prstClr val="black"/>
                </a:solidFill>
                <a:latin typeface="Candara" panose="020E0502030303020204" pitchFamily="34" charset="0"/>
              </a:rPr>
              <a:t>Siteinfo</a:t>
            </a:r>
            <a:r>
              <a:rPr lang="en-US" sz="1600" dirty="0">
                <a:solidFill>
                  <a:prstClr val="black"/>
                </a:solidFill>
                <a:latin typeface="Candara" panose="020E0502030303020204" pitchFamily="34" charset="0"/>
              </a:rPr>
              <a:t>);</a:t>
            </a:r>
          </a:p>
          <a:p>
            <a:pPr marL="812165" lvl="1" indent="-342900">
              <a:spcBef>
                <a:spcPts val="595"/>
              </a:spcBef>
              <a:buClr>
                <a:srgbClr val="FF5A33"/>
              </a:buClr>
              <a:buFont typeface="Wingdings" panose="05000000000000000000" pitchFamily="2" charset="2"/>
              <a:buChar char="v"/>
              <a:tabLst>
                <a:tab pos="755015" algn="l"/>
              </a:tabLst>
            </a:pPr>
            <a:r>
              <a:rPr lang="en-US" sz="2200" b="1" dirty="0">
                <a:latin typeface="Times New Roman" panose="02020603050405020304" pitchFamily="18" charset="0"/>
                <a:cs typeface="Times New Roman" panose="02020603050405020304" pitchFamily="18" charset="0"/>
              </a:rPr>
              <a:t>void </a:t>
            </a:r>
            <a:r>
              <a:rPr lang="en-US" sz="2200" b="1" dirty="0" err="1">
                <a:latin typeface="Times New Roman" panose="02020603050405020304" pitchFamily="18" charset="0"/>
                <a:cs typeface="Times New Roman" panose="02020603050405020304" pitchFamily="18" charset="0"/>
              </a:rPr>
              <a:t>sendError</a:t>
            </a:r>
            <a:r>
              <a:rPr lang="en-US" sz="2200" b="1" dirty="0">
                <a:latin typeface="Times New Roman" panose="02020603050405020304" pitchFamily="18" charset="0"/>
                <a:cs typeface="Times New Roman" panose="02020603050405020304" pitchFamily="18" charset="0"/>
              </a:rPr>
              <a:t>(</a:t>
            </a:r>
            <a:r>
              <a:rPr lang="en-US" sz="2200" b="1" dirty="0" err="1">
                <a:latin typeface="Times New Roman" panose="02020603050405020304" pitchFamily="18" charset="0"/>
                <a:cs typeface="Times New Roman" panose="02020603050405020304" pitchFamily="18" charset="0"/>
              </a:rPr>
              <a:t>int</a:t>
            </a:r>
            <a:r>
              <a:rPr lang="en-US" sz="2200" b="1" dirty="0">
                <a:latin typeface="Times New Roman" panose="02020603050405020304" pitchFamily="18" charset="0"/>
                <a:cs typeface="Times New Roman" panose="02020603050405020304" pitchFamily="18" charset="0"/>
              </a:rPr>
              <a:t> </a:t>
            </a:r>
            <a:r>
              <a:rPr lang="en-US" sz="2200" b="1" dirty="0" err="1">
                <a:latin typeface="Times New Roman" panose="02020603050405020304" pitchFamily="18" charset="0"/>
                <a:cs typeface="Times New Roman" panose="02020603050405020304" pitchFamily="18" charset="0"/>
              </a:rPr>
              <a:t>status_code</a:t>
            </a:r>
            <a:r>
              <a:rPr lang="en-US" sz="2200" b="1" dirty="0">
                <a:latin typeface="Times New Roman" panose="02020603050405020304" pitchFamily="18" charset="0"/>
                <a:cs typeface="Times New Roman" panose="02020603050405020304" pitchFamily="18" charset="0"/>
              </a:rPr>
              <a:t>, String message)</a:t>
            </a:r>
            <a:r>
              <a:rPr lang="en-US" sz="2200" dirty="0">
                <a:latin typeface="Times New Roman" panose="02020603050405020304" pitchFamily="18" charset="0"/>
                <a:cs typeface="Times New Roman" panose="02020603050405020304" pitchFamily="18" charset="0"/>
              </a:rPr>
              <a:t> – It is used to send error response with a code and an error message</a:t>
            </a:r>
          </a:p>
          <a:p>
            <a:pPr lvl="2" algn="just" defTabSz="457200">
              <a:spcBef>
                <a:spcPct val="20000"/>
              </a:spcBef>
              <a:defRPr/>
            </a:pPr>
            <a:r>
              <a:rPr lang="en-US" sz="1600" dirty="0">
                <a:solidFill>
                  <a:prstClr val="black"/>
                </a:solidFill>
                <a:latin typeface="Candara" panose="020E0502030303020204" pitchFamily="34" charset="0"/>
              </a:rPr>
              <a:t>For example: </a:t>
            </a:r>
            <a:r>
              <a:rPr lang="en-US" sz="1600" dirty="0" err="1">
                <a:solidFill>
                  <a:prstClr val="black"/>
                </a:solidFill>
                <a:latin typeface="Candara" panose="020E0502030303020204" pitchFamily="34" charset="0"/>
              </a:rPr>
              <a:t>response.sendError</a:t>
            </a:r>
            <a:r>
              <a:rPr lang="en-US" sz="1600" dirty="0">
                <a:solidFill>
                  <a:prstClr val="black"/>
                </a:solidFill>
                <a:latin typeface="Candara" panose="020E0502030303020204" pitchFamily="34" charset="0"/>
              </a:rPr>
              <a:t>(404, "Page not found error");</a:t>
            </a:r>
          </a:p>
          <a:p>
            <a:pPr marL="469265" lvl="1">
              <a:spcBef>
                <a:spcPts val="595"/>
              </a:spcBef>
              <a:buClr>
                <a:srgbClr val="FF5A33"/>
              </a:buClr>
              <a:tabLst>
                <a:tab pos="755015" algn="l"/>
              </a:tabLst>
            </a:pPr>
            <a:endParaRPr lang="en-US" sz="2200" dirty="0">
              <a:latin typeface="Times New Roman" panose="02020603050405020304" pitchFamily="18" charset="0"/>
              <a:cs typeface="Times New Roman" panose="02020603050405020304" pitchFamily="18" charset="0"/>
            </a:endParaRPr>
          </a:p>
          <a:p>
            <a:pPr marL="354965" indent="-342900">
              <a:spcBef>
                <a:spcPts val="595"/>
              </a:spcBef>
              <a:buClr>
                <a:srgbClr val="FF5A33"/>
              </a:buClr>
              <a:buFont typeface="Wingdings" panose="05000000000000000000" pitchFamily="2" charset="2"/>
              <a:buChar char="q"/>
              <a:tabLst>
                <a:tab pos="755015" algn="l"/>
              </a:tabLst>
            </a:pPr>
            <a:endParaRPr lang="en-US" sz="2400" dirty="0">
              <a:latin typeface="Times New Roman" panose="02020603050405020304" pitchFamily="18" charset="0"/>
              <a:cs typeface="Times New Roman" panose="02020603050405020304" pitchFamily="18" charset="0"/>
            </a:endParaRPr>
          </a:p>
        </p:txBody>
      </p:sp>
      <p:sp>
        <p:nvSpPr>
          <p:cNvPr id="2" name="AutoShape 2" descr="https://s1.o7planning.com/web-rs/web-image/vi/arf-1008117-vi.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https://s1.o7planning.com/web-rs/web-image/vi/arf-1008117-vi.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29514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Đối</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tượng</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ẩn</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trong</a:t>
              </a:r>
              <a:r>
                <a:rPr lang="en-US" altLang="zh-CN" sz="2800" b="1" dirty="0">
                  <a:solidFill>
                    <a:schemeClr val="bg1"/>
                  </a:solidFill>
                  <a:latin typeface="Times New Roman" panose="02020603050405020304" pitchFamily="18" charset="0"/>
                  <a:cs typeface="Times New Roman" panose="02020603050405020304" pitchFamily="18" charset="0"/>
                </a:rPr>
                <a:t> JSP (Session)</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04</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9125155" cy="2024272"/>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Đối tượng session là một minh họa của javax.servlet.http.HttpSession và vận hành hoàn toàn giống như cách đối tượng session hoạt động trong Java Servlet.</a:t>
            </a:r>
          </a:p>
          <a:p>
            <a:pPr marL="354965" indent="-342900">
              <a:spcBef>
                <a:spcPts val="595"/>
              </a:spcBef>
              <a:buClr>
                <a:srgbClr val="FF5A33"/>
              </a:buClr>
              <a:buFont typeface="Wingdings" panose="05000000000000000000" pitchFamily="2" charset="2"/>
              <a:buChar char="q"/>
              <a:tabLst>
                <a:tab pos="755015" algn="l"/>
              </a:tabLst>
            </a:pPr>
            <a:r>
              <a:rPr lang="vi-VN" sz="2400" dirty="0">
                <a:latin typeface="Times New Roman" panose="02020603050405020304" pitchFamily="18" charset="0"/>
                <a:cs typeface="Times New Roman" panose="02020603050405020304" pitchFamily="18" charset="0"/>
              </a:rPr>
              <a:t>Đối tượng session được sử dụng để lần theo dấu Client session giữa các Client Request. </a:t>
            </a:r>
            <a:endParaRPr lang="en-US" sz="2400" dirty="0">
              <a:latin typeface="Times New Roman" panose="02020603050405020304" pitchFamily="18" charset="0"/>
              <a:cs typeface="Times New Roman" panose="02020603050405020304" pitchFamily="18" charset="0"/>
            </a:endParaRPr>
          </a:p>
        </p:txBody>
      </p:sp>
      <p:sp>
        <p:nvSpPr>
          <p:cNvPr id="2" name="AutoShape 2" descr="https://s1.o7planning.com/web-rs/web-image/vi/arf-1008117-vi.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https://s1.o7planning.com/web-rs/web-image/vi/arf-1008117-vi.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130671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8" name="组合 17"/>
          <p:cNvGrpSpPr/>
          <p:nvPr/>
        </p:nvGrpSpPr>
        <p:grpSpPr>
          <a:xfrm>
            <a:off x="1219773" y="996005"/>
            <a:ext cx="9144000" cy="614338"/>
            <a:chOff x="3129129" y="1121776"/>
            <a:chExt cx="5933741" cy="1171624"/>
          </a:xfrm>
          <a:solidFill>
            <a:srgbClr val="F37422"/>
          </a:solidFill>
        </p:grpSpPr>
        <p:sp>
          <p:nvSpPr>
            <p:cNvPr id="9" name="圆角矩形 18"/>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solidFill>
                  <a:srgbClr val="FFAA2D"/>
                </a:solidFill>
              </a:endParaRPr>
            </a:p>
          </p:txBody>
        </p:sp>
        <p:sp>
          <p:nvSpPr>
            <p:cNvPr id="10" name="圆角矩形 19"/>
            <p:cNvSpPr/>
            <p:nvPr/>
          </p:nvSpPr>
          <p:spPr>
            <a:xfrm>
              <a:off x="3289330" y="1253414"/>
              <a:ext cx="5613340" cy="908350"/>
            </a:xfrm>
            <a:prstGeom prst="roundRect">
              <a:avLst>
                <a:gd name="adj" fmla="val 50000"/>
              </a:avLst>
            </a:prstGeom>
            <a:grpFill/>
            <a:ln w="19050">
              <a:gradFill flip="none" rotWithShape="1">
                <a:gsLst>
                  <a:gs pos="0">
                    <a:schemeClr val="bg1">
                      <a:lumMod val="75000"/>
                    </a:schemeClr>
                  </a:gs>
                  <a:gs pos="100000">
                    <a:schemeClr val="bg1"/>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err="1">
                  <a:solidFill>
                    <a:schemeClr val="bg1"/>
                  </a:solidFill>
                  <a:latin typeface="Times New Roman" panose="02020603050405020304" pitchFamily="18" charset="0"/>
                  <a:cs typeface="Times New Roman" panose="02020603050405020304" pitchFamily="18" charset="0"/>
                </a:rPr>
                <a:t>Đối</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tượng</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ẩn</a:t>
              </a:r>
              <a:r>
                <a:rPr lang="en-US" altLang="zh-CN" sz="2800" b="1" dirty="0">
                  <a:solidFill>
                    <a:schemeClr val="bg1"/>
                  </a:solidFill>
                  <a:latin typeface="Times New Roman" panose="02020603050405020304" pitchFamily="18" charset="0"/>
                  <a:cs typeface="Times New Roman" panose="02020603050405020304" pitchFamily="18" charset="0"/>
                </a:rPr>
                <a:t> </a:t>
              </a:r>
              <a:r>
                <a:rPr lang="en-US" altLang="zh-CN" sz="2800" b="1" dirty="0" err="1">
                  <a:solidFill>
                    <a:schemeClr val="bg1"/>
                  </a:solidFill>
                  <a:latin typeface="Times New Roman" panose="02020603050405020304" pitchFamily="18" charset="0"/>
                  <a:cs typeface="Times New Roman" panose="02020603050405020304" pitchFamily="18" charset="0"/>
                </a:rPr>
                <a:t>trong</a:t>
              </a:r>
              <a:r>
                <a:rPr lang="en-US" altLang="zh-CN" sz="2800" b="1" dirty="0">
                  <a:solidFill>
                    <a:schemeClr val="bg1"/>
                  </a:solidFill>
                  <a:latin typeface="Times New Roman" panose="02020603050405020304" pitchFamily="18" charset="0"/>
                  <a:cs typeface="Times New Roman" panose="02020603050405020304" pitchFamily="18" charset="0"/>
                </a:rPr>
                <a:t> JSP (Session)</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21"/>
          <p:cNvGrpSpPr/>
          <p:nvPr/>
        </p:nvGrpSpPr>
        <p:grpSpPr>
          <a:xfrm>
            <a:off x="-35284" y="1065029"/>
            <a:ext cx="2321284" cy="1402980"/>
            <a:chOff x="3487954" y="693634"/>
            <a:chExt cx="3966267" cy="2204623"/>
          </a:xfrm>
        </p:grpSpPr>
        <p:sp>
          <p:nvSpPr>
            <p:cNvPr id="20" name="椭圆 50"/>
            <p:cNvSpPr/>
            <p:nvPr/>
          </p:nvSpPr>
          <p:spPr>
            <a:xfrm rot="18900000">
              <a:off x="3487954" y="1295115"/>
              <a:ext cx="1219082" cy="1603142"/>
            </a:xfrm>
            <a:custGeom>
              <a:avLst/>
              <a:gdLst>
                <a:gd name="connsiteX0" fmla="*/ 0 w 1674495"/>
                <a:gd name="connsiteY0" fmla="*/ 1035368 h 2070735"/>
                <a:gd name="connsiteX1" fmla="*/ 837248 w 1674495"/>
                <a:gd name="connsiteY1" fmla="*/ 0 h 2070735"/>
                <a:gd name="connsiteX2" fmla="*/ 1674496 w 1674495"/>
                <a:gd name="connsiteY2" fmla="*/ 1035368 h 2070735"/>
                <a:gd name="connsiteX3" fmla="*/ 837248 w 1674495"/>
                <a:gd name="connsiteY3" fmla="*/ 2070736 h 2070735"/>
                <a:gd name="connsiteX4" fmla="*/ 0 w 1674495"/>
                <a:gd name="connsiteY4" fmla="*/ 1035368 h 2070735"/>
                <a:gd name="connsiteX0-1" fmla="*/ 13249 w 1687745"/>
                <a:gd name="connsiteY0-2" fmla="*/ 1035368 h 2070736"/>
                <a:gd name="connsiteX1-3" fmla="*/ 850497 w 1687745"/>
                <a:gd name="connsiteY1-4" fmla="*/ 0 h 2070736"/>
                <a:gd name="connsiteX2-5" fmla="*/ 1687745 w 1687745"/>
                <a:gd name="connsiteY2-6" fmla="*/ 1035368 h 2070736"/>
                <a:gd name="connsiteX3-7" fmla="*/ 850497 w 1687745"/>
                <a:gd name="connsiteY3-8" fmla="*/ 2070736 h 2070736"/>
                <a:gd name="connsiteX4-9" fmla="*/ 13249 w 1687745"/>
                <a:gd name="connsiteY4-10" fmla="*/ 1035368 h 2070736"/>
                <a:gd name="connsiteX0-11" fmla="*/ 13249 w 1696474"/>
                <a:gd name="connsiteY0-12" fmla="*/ 1035368 h 2070736"/>
                <a:gd name="connsiteX1-13" fmla="*/ 850497 w 1696474"/>
                <a:gd name="connsiteY1-14" fmla="*/ 0 h 2070736"/>
                <a:gd name="connsiteX2-15" fmla="*/ 1687745 w 1696474"/>
                <a:gd name="connsiteY2-16" fmla="*/ 1035368 h 2070736"/>
                <a:gd name="connsiteX3-17" fmla="*/ 850497 w 1696474"/>
                <a:gd name="connsiteY3-18" fmla="*/ 2070736 h 2070736"/>
                <a:gd name="connsiteX4-19" fmla="*/ 13249 w 1696474"/>
                <a:gd name="connsiteY4-20" fmla="*/ 1035368 h 207073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96474" h="2070736">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17000">
                  <a:srgbClr val="000000">
                    <a:alpha val="46000"/>
                  </a:srgbClr>
                </a:gs>
                <a:gs pos="34000">
                  <a:srgbClr val="000000">
                    <a:alpha val="43000"/>
                  </a:srgbClr>
                </a:gs>
                <a:gs pos="65000">
                  <a:srgbClr val="000000">
                    <a:alpha val="10000"/>
                  </a:srgbClr>
                </a:gs>
                <a:gs pos="51000">
                  <a:schemeClr val="tx1">
                    <a:alpha val="20000"/>
                  </a:schemeClr>
                </a:gs>
                <a:gs pos="78000">
                  <a:schemeClr val="tx1">
                    <a:alpha val="5000"/>
                  </a:schemeClr>
                </a:gs>
                <a:gs pos="0">
                  <a:schemeClr val="tx1"/>
                </a:gs>
                <a:gs pos="100000">
                  <a:schemeClr val="tx1">
                    <a:alpha val="0"/>
                  </a:schemeClr>
                </a:gs>
              </a:gsLst>
              <a:lin ang="5400000" scaled="0"/>
            </a:gradFill>
            <a:ln>
              <a:noFill/>
            </a:ln>
            <a:effectLst>
              <a:softEdge rad="355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a:latin typeface="Arial" panose="020B0604020202020204" pitchFamily="34" charset="0"/>
                <a:ea typeface="Microsoft YaHei" panose="020B0503020204020204" pitchFamily="34" charset="-122"/>
                <a:sym typeface="Arial" panose="020B0604020202020204" pitchFamily="34" charset="0"/>
              </a:endParaRPr>
            </a:p>
          </p:txBody>
        </p:sp>
        <p:sp>
          <p:nvSpPr>
            <p:cNvPr id="19" name="椭圆 26"/>
            <p:cNvSpPr/>
            <p:nvPr/>
          </p:nvSpPr>
          <p:spPr>
            <a:xfrm>
              <a:off x="6022029" y="693634"/>
              <a:ext cx="1432192" cy="748437"/>
            </a:xfrm>
            <a:prstGeom prst="ellipse">
              <a:avLst/>
            </a:prstGeom>
            <a:solidFill>
              <a:srgbClr val="FF0000">
                <a:alpha val="14000"/>
              </a:srgbClr>
            </a:solidFill>
            <a:ln w="15875">
              <a:gradFill flip="none" rotWithShape="1">
                <a:gsLst>
                  <a:gs pos="0">
                    <a:schemeClr val="bg1"/>
                  </a:gs>
                  <a:gs pos="100000">
                    <a:schemeClr val="bg1">
                      <a:lumMod val="85000"/>
                    </a:schemeClr>
                  </a:gs>
                </a:gsLst>
                <a:lin ang="2700000" scaled="1"/>
                <a:tileRect/>
              </a:gradFill>
            </a:ln>
            <a:effectLst>
              <a:outerShdw blurRad="215900" dist="88900" dir="2700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Impact" panose="020B0806030902050204" pitchFamily="34" charset="0"/>
                </a:rPr>
                <a:t>03</a:t>
              </a:r>
              <a:endParaRPr lang="zh-CN" altLang="en-US" sz="2800" dirty="0">
                <a:solidFill>
                  <a:schemeClr val="bg1"/>
                </a:solidFill>
                <a:latin typeface="Impact" panose="020B0806030902050204" pitchFamily="34" charset="0"/>
              </a:endParaRPr>
            </a:p>
          </p:txBody>
        </p:sp>
      </p:grpSp>
      <p:sp>
        <p:nvSpPr>
          <p:cNvPr id="30" name="object 9"/>
          <p:cNvSpPr txBox="1"/>
          <p:nvPr/>
        </p:nvSpPr>
        <p:spPr>
          <a:xfrm>
            <a:off x="1466645" y="1679367"/>
            <a:ext cx="9125155" cy="4271041"/>
          </a:xfrm>
          <a:prstGeom prst="rect">
            <a:avLst/>
          </a:prstGeom>
        </p:spPr>
        <p:txBody>
          <a:bodyPr vert="horz" wrap="square" lIns="0" tIns="99695" rIns="0" bIns="0" rtlCol="0">
            <a:spAutoFit/>
          </a:bodyPr>
          <a:lstStyle/>
          <a:p>
            <a:pPr marL="354965" indent="-342900">
              <a:spcBef>
                <a:spcPts val="595"/>
              </a:spcBef>
              <a:buClr>
                <a:srgbClr val="FF5A33"/>
              </a:buClr>
              <a:buFont typeface="Wingdings" panose="05000000000000000000" pitchFamily="2" charset="2"/>
              <a:buChar char="q"/>
              <a:tabLst>
                <a:tab pos="755015" algn="l"/>
              </a:tabLst>
            </a:pP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a:t>
            </a:r>
          </a:p>
          <a:p>
            <a:pPr marL="812165" lvl="1" indent="-342900">
              <a:spcBef>
                <a:spcPts val="595"/>
              </a:spcBef>
              <a:buClr>
                <a:srgbClr val="FF5A33"/>
              </a:buClr>
              <a:buFont typeface="Wingdings" panose="05000000000000000000" pitchFamily="2" charset="2"/>
              <a:buChar char="v"/>
              <a:tabLst>
                <a:tab pos="755015" algn="l"/>
              </a:tabLst>
            </a:pPr>
            <a:r>
              <a:rPr lang="en-US" sz="2200" b="1" dirty="0" err="1">
                <a:latin typeface="Times New Roman" panose="02020603050405020304" pitchFamily="18" charset="0"/>
                <a:cs typeface="Times New Roman" panose="02020603050405020304" pitchFamily="18" charset="0"/>
              </a:rPr>
              <a:t>setAttribute</a:t>
            </a:r>
            <a:r>
              <a:rPr lang="en-US" sz="2200" b="1" dirty="0">
                <a:latin typeface="Times New Roman" panose="02020603050405020304" pitchFamily="18" charset="0"/>
                <a:cs typeface="Times New Roman" panose="02020603050405020304" pitchFamily="18" charset="0"/>
              </a:rPr>
              <a:t>(String, object): </a:t>
            </a:r>
            <a:r>
              <a:rPr lang="en-US" sz="2200" dirty="0">
                <a:latin typeface="Times New Roman" panose="02020603050405020304" pitchFamily="18" charset="0"/>
                <a:cs typeface="Times New Roman" panose="02020603050405020304" pitchFamily="18" charset="0"/>
              </a:rPr>
              <a:t>This method is used to save an object in session by assigning a unique string to the object.</a:t>
            </a:r>
          </a:p>
          <a:p>
            <a:pPr marL="812165" lvl="1" indent="-342900">
              <a:spcBef>
                <a:spcPts val="595"/>
              </a:spcBef>
              <a:buClr>
                <a:srgbClr val="FF5A33"/>
              </a:buClr>
              <a:buFont typeface="Wingdings" panose="05000000000000000000" pitchFamily="2" charset="2"/>
              <a:buChar char="v"/>
              <a:tabLst>
                <a:tab pos="755015" algn="l"/>
              </a:tabLst>
            </a:pPr>
            <a:r>
              <a:rPr lang="en-US" sz="2200" b="1" dirty="0" err="1">
                <a:latin typeface="Times New Roman" panose="02020603050405020304" pitchFamily="18" charset="0"/>
                <a:cs typeface="Times New Roman" panose="02020603050405020304" pitchFamily="18" charset="0"/>
              </a:rPr>
              <a:t>getAttribute</a:t>
            </a:r>
            <a:r>
              <a:rPr lang="en-US" sz="2200" b="1" dirty="0">
                <a:latin typeface="Times New Roman" panose="02020603050405020304" pitchFamily="18" charset="0"/>
                <a:cs typeface="Times New Roman" panose="02020603050405020304" pitchFamily="18" charset="0"/>
              </a:rPr>
              <a:t>(String name): </a:t>
            </a:r>
            <a:r>
              <a:rPr lang="en-US" sz="2200" dirty="0">
                <a:latin typeface="Times New Roman" panose="02020603050405020304" pitchFamily="18" charset="0"/>
                <a:cs typeface="Times New Roman" panose="02020603050405020304" pitchFamily="18" charset="0"/>
              </a:rPr>
              <a:t>The object stored by </a:t>
            </a:r>
            <a:r>
              <a:rPr lang="en-US" sz="2200" dirty="0" err="1">
                <a:latin typeface="Times New Roman" panose="02020603050405020304" pitchFamily="18" charset="0"/>
                <a:cs typeface="Times New Roman" panose="02020603050405020304" pitchFamily="18" charset="0"/>
              </a:rPr>
              <a:t>setAttribute</a:t>
            </a:r>
            <a:r>
              <a:rPr lang="en-US" sz="2200" dirty="0">
                <a:latin typeface="Times New Roman" panose="02020603050405020304" pitchFamily="18" charset="0"/>
                <a:cs typeface="Times New Roman" panose="02020603050405020304" pitchFamily="18" charset="0"/>
              </a:rPr>
              <a:t> method is fetched from session using </a:t>
            </a:r>
            <a:r>
              <a:rPr lang="en-US" sz="2200" dirty="0" err="1">
                <a:latin typeface="Times New Roman" panose="02020603050405020304" pitchFamily="18" charset="0"/>
                <a:cs typeface="Times New Roman" panose="02020603050405020304" pitchFamily="18" charset="0"/>
              </a:rPr>
              <a:t>getAttribute</a:t>
            </a:r>
            <a:r>
              <a:rPr lang="en-US" sz="2200" dirty="0">
                <a:latin typeface="Times New Roman" panose="02020603050405020304" pitchFamily="18" charset="0"/>
                <a:cs typeface="Times New Roman" panose="02020603050405020304" pitchFamily="18" charset="0"/>
              </a:rPr>
              <a:t> method. </a:t>
            </a:r>
          </a:p>
          <a:p>
            <a:pPr marL="812165" lvl="1" indent="-342900">
              <a:spcBef>
                <a:spcPts val="595"/>
              </a:spcBef>
              <a:buClr>
                <a:srgbClr val="FF5A33"/>
              </a:buClr>
              <a:buFont typeface="Wingdings" panose="05000000000000000000" pitchFamily="2" charset="2"/>
              <a:buChar char="v"/>
              <a:tabLst>
                <a:tab pos="755015" algn="l"/>
              </a:tabLst>
            </a:pPr>
            <a:r>
              <a:rPr lang="en-US" sz="2200" b="1" dirty="0" err="1">
                <a:latin typeface="Times New Roman" panose="02020603050405020304" pitchFamily="18" charset="0"/>
                <a:cs typeface="Times New Roman" panose="02020603050405020304" pitchFamily="18" charset="0"/>
              </a:rPr>
              <a:t>removeAttribute</a:t>
            </a:r>
            <a:r>
              <a:rPr lang="en-US" sz="2200" b="1" dirty="0">
                <a:latin typeface="Times New Roman" panose="02020603050405020304" pitchFamily="18" charset="0"/>
                <a:cs typeface="Times New Roman" panose="02020603050405020304" pitchFamily="18" charset="0"/>
              </a:rPr>
              <a:t>(String name): </a:t>
            </a:r>
            <a:r>
              <a:rPr lang="en-US" sz="2200" dirty="0">
                <a:latin typeface="Times New Roman" panose="02020603050405020304" pitchFamily="18" charset="0"/>
                <a:cs typeface="Times New Roman" panose="02020603050405020304" pitchFamily="18" charset="0"/>
              </a:rPr>
              <a:t>The objects which are stored in session can be removed from session using this method. Pass the unique string identifier as </a:t>
            </a:r>
            <a:r>
              <a:rPr lang="en-US" sz="2200" dirty="0" err="1">
                <a:latin typeface="Times New Roman" panose="02020603050405020304" pitchFamily="18" charset="0"/>
                <a:cs typeface="Times New Roman" panose="02020603050405020304" pitchFamily="18" charset="0"/>
              </a:rPr>
              <a:t>removeAttribute’s</a:t>
            </a:r>
            <a:r>
              <a:rPr lang="en-US" sz="2200" dirty="0">
                <a:latin typeface="Times New Roman" panose="02020603050405020304" pitchFamily="18" charset="0"/>
                <a:cs typeface="Times New Roman" panose="02020603050405020304" pitchFamily="18" charset="0"/>
              </a:rPr>
              <a:t> method.</a:t>
            </a:r>
          </a:p>
          <a:p>
            <a:pPr marL="812165" lvl="1" indent="-342900">
              <a:spcBef>
                <a:spcPts val="595"/>
              </a:spcBef>
              <a:buClr>
                <a:srgbClr val="FF5A33"/>
              </a:buClr>
              <a:buFont typeface="Wingdings" panose="05000000000000000000" pitchFamily="2" charset="2"/>
              <a:buChar char="v"/>
              <a:tabLst>
                <a:tab pos="755015" algn="l"/>
              </a:tabLst>
            </a:pPr>
            <a:r>
              <a:rPr lang="en-US" sz="2200" b="1" dirty="0" err="1">
                <a:latin typeface="Times New Roman" panose="02020603050405020304" pitchFamily="18" charset="0"/>
                <a:cs typeface="Times New Roman" panose="02020603050405020304" pitchFamily="18" charset="0"/>
              </a:rPr>
              <a:t>getAttributeNames</a:t>
            </a:r>
            <a:r>
              <a:rPr lang="en-US" sz="2200" dirty="0">
                <a:latin typeface="Times New Roman" panose="02020603050405020304" pitchFamily="18" charset="0"/>
                <a:cs typeface="Times New Roman" panose="02020603050405020304" pitchFamily="18" charset="0"/>
              </a:rPr>
              <a:t>: It returns all the objects stored in session. Basically, it results in an enumeration of objects.</a:t>
            </a:r>
          </a:p>
          <a:p>
            <a:pPr marL="354965" indent="-342900">
              <a:spcBef>
                <a:spcPts val="595"/>
              </a:spcBef>
              <a:buClr>
                <a:srgbClr val="FF5A33"/>
              </a:buClr>
              <a:buFont typeface="Wingdings" panose="05000000000000000000" pitchFamily="2" charset="2"/>
              <a:buChar char="q"/>
              <a:tabLst>
                <a:tab pos="755015" algn="l"/>
              </a:tabLst>
            </a:pPr>
            <a:endParaRPr lang="en-US" sz="2400" dirty="0">
              <a:latin typeface="Times New Roman" panose="02020603050405020304" pitchFamily="18" charset="0"/>
              <a:cs typeface="Times New Roman" panose="02020603050405020304" pitchFamily="18" charset="0"/>
            </a:endParaRPr>
          </a:p>
        </p:txBody>
      </p:sp>
      <p:sp>
        <p:nvSpPr>
          <p:cNvPr id="2" name="AutoShape 2" descr="https://s1.o7planning.com/web-rs/web-image/vi/arf-1008117-vi.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https://s1.o7planning.com/web-rs/web-image/vi/arf-1008117-vi.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41639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28600"/>
            <a:ext cx="1143000" cy="821245"/>
          </a:xfrm>
          <a:prstGeom prst="rect">
            <a:avLst/>
          </a:prstGeom>
        </p:spPr>
      </p:pic>
      <p:grpSp>
        <p:nvGrpSpPr>
          <p:cNvPr id="9" name="组合 1"/>
          <p:cNvGrpSpPr/>
          <p:nvPr/>
        </p:nvGrpSpPr>
        <p:grpSpPr>
          <a:xfrm>
            <a:off x="1219200" y="1386906"/>
            <a:ext cx="9144000" cy="637291"/>
            <a:chOff x="3129129" y="1121776"/>
            <a:chExt cx="5933741" cy="1171624"/>
          </a:xfrm>
          <a:solidFill>
            <a:srgbClr val="F37422"/>
          </a:solidFill>
        </p:grpSpPr>
        <p:sp>
          <p:nvSpPr>
            <p:cNvPr id="10" name="圆角矩形 2"/>
            <p:cNvSpPr/>
            <p:nvPr/>
          </p:nvSpPr>
          <p:spPr>
            <a:xfrm>
              <a:off x="3129129" y="1121776"/>
              <a:ext cx="5933741" cy="117162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FFAA2D"/>
                </a:solidFill>
              </a:endParaRPr>
            </a:p>
          </p:txBody>
        </p:sp>
        <p:sp>
          <p:nvSpPr>
            <p:cNvPr id="11" name="圆角矩形 3"/>
            <p:cNvSpPr/>
            <p:nvPr/>
          </p:nvSpPr>
          <p:spPr>
            <a:xfrm>
              <a:off x="3289330" y="1253414"/>
              <a:ext cx="5613340" cy="908350"/>
            </a:xfrm>
            <a:prstGeom prst="roundRect">
              <a:avLst>
                <a:gd name="adj" fmla="val 50000"/>
              </a:avLst>
            </a:prstGeom>
            <a:grpFill/>
            <a:ln w="19050">
              <a:gradFill flip="none" rotWithShape="1">
                <a:gsLst>
                  <a:gs pos="0">
                    <a:srgbClr val="A26CB8"/>
                  </a:gs>
                  <a:gs pos="100000">
                    <a:srgbClr val="663A77"/>
                  </a:gs>
                </a:gsLst>
                <a:lin ang="2700000" scaled="1"/>
                <a:tileRect/>
              </a:gradFill>
            </a:ln>
            <a:effectLst>
              <a:innerShdw blurRad="317500" dist="1143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Q&amp;A</a:t>
              </a:r>
              <a:endParaRPr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3217912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SHAPE_LOCKS" val="959"/>
</p:tagLst>
</file>

<file path=ppt/theme/theme1.xml><?xml version="1.0" encoding="utf-8"?>
<a:theme xmlns:a="http://schemas.openxmlformats.org/drawingml/2006/main" name="Office Theme">
  <a:themeElements>
    <a:clrScheme name="9Slide - 2019">
      <a:dk1>
        <a:sysClr val="windowText" lastClr="000000"/>
      </a:dk1>
      <a:lt1>
        <a:sysClr val="window" lastClr="FFFFFF"/>
      </a:lt1>
      <a:dk2>
        <a:srgbClr val="092D6C"/>
      </a:dk2>
      <a:lt2>
        <a:srgbClr val="FCECD0"/>
      </a:lt2>
      <a:accent1>
        <a:srgbClr val="4FC1E9"/>
      </a:accent1>
      <a:accent2>
        <a:srgbClr val="48CFAD"/>
      </a:accent2>
      <a:accent3>
        <a:srgbClr val="A0D468"/>
      </a:accent3>
      <a:accent4>
        <a:srgbClr val="FFCE54"/>
      </a:accent4>
      <a:accent5>
        <a:srgbClr val="FC6E51"/>
      </a:accent5>
      <a:accent6>
        <a:srgbClr val="ED5565"/>
      </a:accent6>
      <a:hlink>
        <a:srgbClr val="5D9CEC"/>
      </a:hlink>
      <a:folHlink>
        <a:srgbClr val="AC92EC"/>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defRPr sz="1700" smtClean="0">
            <a:solidFill>
              <a:schemeClr val="tx1">
                <a:lumMod val="50000"/>
                <a:lumOff val="50000"/>
              </a:schemeClr>
            </a:solidFill>
          </a:defRPr>
        </a:defPPr>
      </a:lstStyle>
    </a:txDef>
  </a:objectDefaults>
  <a:extraClrSchemeLst/>
  <a:extLst>
    <a:ext uri="{05A4C25C-085E-4340-85A3-A5531E510DB2}">
      <thm15:themeFamily xmlns:thm15="http://schemas.microsoft.com/office/thememl/2012/main" name="Blank.potx" id="{30B63705-0D70-4399-AD26-AC35318A1B73}" vid="{5336EC19-D2AD-4FDD-9A3B-C1A1B62421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9Slide.vn</Template>
  <TotalTime>2552</TotalTime>
  <Words>2976</Words>
  <Application>Microsoft Office PowerPoint</Application>
  <PresentationFormat>Widescreen</PresentationFormat>
  <Paragraphs>316</Paragraphs>
  <Slides>31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#9Slide02 Noi dung dai</vt:lpstr>
      <vt:lpstr>#9Slide02 Tieu de rat dai 02</vt:lpstr>
      <vt:lpstr>Arial</vt:lpstr>
      <vt:lpstr>Calibri</vt:lpstr>
      <vt:lpstr>Candara</vt:lpstr>
      <vt:lpstr>Consolas</vt:lpstr>
      <vt:lpstr>Impact</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9Slide.vn</dc:title>
  <dc:subject>9Slide.vn</dc:subject>
  <dc:creator>Admin</dc:creator>
  <cp:keywords>9Slide</cp:keywords>
  <dc:description>9Slide.vn</dc:description>
  <cp:lastModifiedBy>kien nguyen</cp:lastModifiedBy>
  <cp:revision>284</cp:revision>
  <dcterms:created xsi:type="dcterms:W3CDTF">2020-08-07T13:14:06Z</dcterms:created>
  <dcterms:modified xsi:type="dcterms:W3CDTF">2026-03-22T14:58:54Z</dcterms:modified>
  <cp:category>9Slide.vn</cp:category>
  <cp:contentStatus>9Slide</cp:contentStatus>
</cp:coreProperties>
</file>