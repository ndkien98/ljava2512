
<file path=[Content_Types].xml><?xml version="1.0" encoding="utf-8"?>
<Types xmlns="http://schemas.openxmlformats.org/package/2006/content-types">
  <Default ContentType="image/jpeg" Extension="jpg"/>
  <Default ContentType="application/x-fontdata" Extension="fntdata"/>
  <Default ContentType="application/xml" Extension="xml"/>
  <Default ContentType="image/png" Extension="png"/>
  <Default ContentType="application/vnd.openxmlformats-package.relationships+xml" Extension="rels"/>
  <Override ContentType="application/vnd.openxmlformats-officedocument.presentationml.notesSlide+xml" PartName="/ppt/notesSlides/notesSlide18.xml"/>
  <Override ContentType="application/vnd.openxmlformats-officedocument.presentationml.notesSlide+xml" PartName="/ppt/notesSlides/notesSlide6.xml"/>
  <Override ContentType="application/vnd.openxmlformats-officedocument.presentationml.notesSlide+xml" PartName="/ppt/notesSlides/notesSlide13.xml"/>
  <Override ContentType="application/vnd.openxmlformats-officedocument.presentationml.notesSlide+xml" PartName="/ppt/notesSlides/notesSlide1.xml"/>
  <Override ContentType="application/vnd.openxmlformats-officedocument.presentationml.notesSlide+xml" PartName="/ppt/notesSlides/notesSlide3.xml"/>
  <Override ContentType="application/vnd.openxmlformats-officedocument.presentationml.notesSlide+xml" PartName="/ppt/notesSlides/notesSlide22.xml"/>
  <Override ContentType="application/vnd.openxmlformats-officedocument.presentationml.notesSlide+xml" PartName="/ppt/notesSlides/notesSlide9.xml"/>
  <Override ContentType="application/vnd.openxmlformats-officedocument.presentationml.notesSlide+xml" PartName="/ppt/notesSlides/notesSlide15.xml"/>
  <Override ContentType="application/vnd.openxmlformats-officedocument.presentationml.notesSlide+xml" PartName="/ppt/notesSlides/notesSlide7.xml"/>
  <Override ContentType="application/vnd.openxmlformats-officedocument.presentationml.notesSlide+xml" PartName="/ppt/notesSlides/notesSlide11.xml"/>
  <Override ContentType="application/vnd.openxmlformats-officedocument.presentationml.notesSlide+xml" PartName="/ppt/notesSlides/notesSlide5.xml"/>
  <Override ContentType="application/vnd.openxmlformats-officedocument.presentationml.notesSlide+xml" PartName="/ppt/notesSlides/notesSlide12.xml"/>
  <Override ContentType="application/vnd.openxmlformats-officedocument.presentationml.notesSlide+xml" PartName="/ppt/notesSlides/notesSlide20.xml"/>
  <Override ContentType="application/vnd.openxmlformats-officedocument.presentationml.notesSlide+xml" PartName="/ppt/notesSlides/notesSlide17.xml"/>
  <Override ContentType="application/vnd.openxmlformats-officedocument.presentationml.notesSlide+xml" PartName="/ppt/notesSlides/notesSlide19.xml"/>
  <Override ContentType="application/vnd.openxmlformats-officedocument.presentationml.notesSlide+xml" PartName="/ppt/notesSlides/notesSlide16.xml"/>
  <Override ContentType="application/vnd.openxmlformats-officedocument.presentationml.notesSlide+xml" PartName="/ppt/notesSlides/notesSlide21.xml"/>
  <Override ContentType="application/vnd.openxmlformats-officedocument.presentationml.notesSlide+xml" PartName="/ppt/notesSlides/notesSlide8.xml"/>
  <Override ContentType="application/vnd.openxmlformats-officedocument.presentationml.notesSlide+xml" PartName="/ppt/notesSlides/notesSlide14.xml"/>
  <Override ContentType="application/vnd.openxmlformats-officedocument.presentationml.notesSlide+xml" PartName="/ppt/notesSlides/notesSlide23.xml"/>
  <Override ContentType="application/vnd.openxmlformats-officedocument.presentationml.notesSlide+xml" PartName="/ppt/notesSlides/notesSlide2.xml"/>
  <Override ContentType="application/vnd.openxmlformats-officedocument.presentationml.notesSlide+xml" PartName="/ppt/notesSlides/notesSlide4.xml"/>
  <Override ContentType="application/vnd.openxmlformats-officedocument.presentationml.notesSlide+xml" PartName="/ppt/notesSlides/notesSlide10.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2.xml"/>
  <Override ContentType="application/vnd.openxmlformats-officedocument.presentationml.slideLayout+xml" PartName="/ppt/slideLayouts/slideLayout1.xml"/>
  <Override ContentType="application/vnd.openxmlformats-officedocument.presentationml.slideLayout+xml" PartName="/ppt/slideLayouts/slideLayout6.xml"/>
  <Override ContentType="application/vnd.openxmlformats-officedocument.presentationml.slideMaster+xml" PartName="/ppt/slideMasters/slideMaster1.xml"/>
  <Override ContentType="application/binary" PartName="/ppt/metadata"/>
  <Override ContentType="application/vnd.openxmlformats-officedocument.presentationml.slide+xml" PartName="/ppt/slides/slide4.xml"/>
  <Override ContentType="application/vnd.openxmlformats-officedocument.presentationml.slide+xml" PartName="/ppt/slides/slide18.xml"/>
  <Override ContentType="application/vnd.openxmlformats-officedocument.presentationml.slide+xml" PartName="/ppt/slides/slide11.xml"/>
  <Override ContentType="application/vnd.openxmlformats-officedocument.presentationml.slide+xml" PartName="/ppt/slides/slide22.xml"/>
  <Override ContentType="application/vnd.openxmlformats-officedocument.presentationml.slide+xml" PartName="/ppt/slides/slide1.xml"/>
  <Override ContentType="application/vnd.openxmlformats-officedocument.presentationml.slide+xml" PartName="/ppt/slides/slide19.xml"/>
  <Override ContentType="application/vnd.openxmlformats-officedocument.presentationml.slide+xml" PartName="/ppt/slides/slide3.xml"/>
  <Override ContentType="application/vnd.openxmlformats-officedocument.presentationml.slide+xml" PartName="/ppt/slides/slide9.xml"/>
  <Override ContentType="application/vnd.openxmlformats-officedocument.presentationml.slide+xml" PartName="/ppt/slides/slide13.xml"/>
  <Override ContentType="application/vnd.openxmlformats-officedocument.presentationml.slide+xml" PartName="/ppt/slides/slide5.xml"/>
  <Override ContentType="application/vnd.openxmlformats-officedocument.presentationml.slide+xml" PartName="/ppt/slides/slide7.xml"/>
  <Override ContentType="application/vnd.openxmlformats-officedocument.presentationml.slide+xml" PartName="/ppt/slides/slide15.xml"/>
  <Override ContentType="application/vnd.openxmlformats-officedocument.presentationml.slide+xml" PartName="/ppt/slides/slide12.xml"/>
  <Override ContentType="application/vnd.openxmlformats-officedocument.presentationml.slide+xml" PartName="/ppt/slides/slide17.xml"/>
  <Override ContentType="application/vnd.openxmlformats-officedocument.presentationml.slide+xml" PartName="/ppt/slides/slide23.xml"/>
  <Override ContentType="application/vnd.openxmlformats-officedocument.presentationml.slide+xml" PartName="/ppt/slides/slide20.xml"/>
  <Override ContentType="application/vnd.openxmlformats-officedocument.presentationml.slide+xml" PartName="/ppt/slides/slide21.xml"/>
  <Override ContentType="application/vnd.openxmlformats-officedocument.presentationml.slide+xml" PartName="/ppt/slides/slide10.xml"/>
  <Override ContentType="application/vnd.openxmlformats-officedocument.presentationml.slide+xml" PartName="/ppt/slides/slide2.xml"/>
  <Override ContentType="application/vnd.openxmlformats-officedocument.presentationml.slide+xml" PartName="/ppt/slides/slide6.xml"/>
  <Override ContentType="application/vnd.openxmlformats-officedocument.presentationml.slide+xml" PartName="/ppt/slides/slide16.xml"/>
  <Override ContentType="application/vnd.openxmlformats-officedocument.presentationml.slide+xml" PartName="/ppt/slides/slide8.xml"/>
  <Override ContentType="application/vnd.openxmlformats-officedocument.presentationml.slide+xml" PartName="/ppt/slides/slide14.xml"/>
  <Override ContentType="application/vnd.openxmlformats-officedocument.presentationml.notesMaster+xml" PartName="/ppt/notesMasters/notesMaster1.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theme+xml" PartName="/ppt/theme/theme1.xml"/>
  <Override ContentType="application/vnd.openxmlformats-officedocument.theme+xml" PartName="/ppt/theme/theme2.xml"/>
  <Override ContentType="application/vnd.openxmlformats-officedocument.presentationml.viewProps+xml" PartName="/ppt/viewProps.xml"/>
</Types>
</file>

<file path=_rels/.rels><?xml version="1.0" encoding="UTF-8" standalone="yes"?><Relationships xmlns="http://schemas.openxmlformats.org/package/2006/relationships"><Relationship Id="rId1" Type="http://schemas.openxmlformats.org/package/2006/relationships/metadata/core-properties" Target="docProps/core.xml"/><Relationship Id="rId2"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48" r:id="rId4"/>
  </p:sldMasterIdLst>
  <p:notesMasterIdLst>
    <p:notesMasterId r:id="rId5"/>
  </p:notes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 id="277" r:id="rId27"/>
    <p:sldId id="278" r:id="rId28"/>
  </p:sldIdLst>
  <p:sldSz cy="6858000" cx="12192000"/>
  <p:notesSz cx="6858000" cy="9144000"/>
  <p:embeddedFontLst>
    <p:embeddedFont>
      <p:font typeface="Oi"/>
      <p:regular r:id="rId29"/>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2160">
          <p15:clr>
            <a:srgbClr val="A4A3A4"/>
          </p15:clr>
        </p15:guide>
        <p15:guide id="2" pos="3840">
          <p15:clr>
            <a:srgbClr val="A4A3A4"/>
          </p15:clr>
        </p15:guide>
      </p15:sldGuideLst>
    </p:ext>
    <p:ext uri="GoogleSlidesCustomDataVersion2">
      <go:slidesCustomData xmlns:go="http://customooxmlschemas.google.com/" r:id="rId30" roundtripDataSignature="AMtx7mj9z1drba1+PEhTzUzDyU6xYnJ4XQ=="/>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2160" orient="horz"/>
        <p:guide pos="3840"/>
      </p:guideLst>
    </p:cSldViewPr>
  </p:slideViewPr>
</p:viewPr>
</file>

<file path=ppt/_rels/presentation.xml.rels><?xml version="1.0" encoding="UTF-8" standalone="yes"?><Relationships xmlns="http://schemas.openxmlformats.org/package/2006/relationships"><Relationship Id="rId20" Type="http://schemas.openxmlformats.org/officeDocument/2006/relationships/slide" Target="slides/slide15.xml"/><Relationship Id="rId22" Type="http://schemas.openxmlformats.org/officeDocument/2006/relationships/slide" Target="slides/slide17.xml"/><Relationship Id="rId21" Type="http://schemas.openxmlformats.org/officeDocument/2006/relationships/slide" Target="slides/slide16.xml"/><Relationship Id="rId24" Type="http://schemas.openxmlformats.org/officeDocument/2006/relationships/slide" Target="slides/slide19.xml"/><Relationship Id="rId23" Type="http://schemas.openxmlformats.org/officeDocument/2006/relationships/slide" Target="slides/slide18.xml"/><Relationship Id="rId1" Type="http://schemas.openxmlformats.org/officeDocument/2006/relationships/theme" Target="theme/theme2.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9" Type="http://schemas.openxmlformats.org/officeDocument/2006/relationships/slide" Target="slides/slide4.xml"/><Relationship Id="rId26" Type="http://schemas.openxmlformats.org/officeDocument/2006/relationships/slide" Target="slides/slide21.xml"/><Relationship Id="rId25" Type="http://schemas.openxmlformats.org/officeDocument/2006/relationships/slide" Target="slides/slide20.xml"/><Relationship Id="rId28" Type="http://schemas.openxmlformats.org/officeDocument/2006/relationships/slide" Target="slides/slide23.xml"/><Relationship Id="rId27" Type="http://schemas.openxmlformats.org/officeDocument/2006/relationships/slide" Target="slides/slide22.xml"/><Relationship Id="rId5" Type="http://schemas.openxmlformats.org/officeDocument/2006/relationships/notesMaster" Target="notesMasters/notesMaster1.xml"/><Relationship Id="rId6" Type="http://schemas.openxmlformats.org/officeDocument/2006/relationships/slide" Target="slides/slide1.xml"/><Relationship Id="rId29" Type="http://schemas.openxmlformats.org/officeDocument/2006/relationships/font" Target="fonts/Oi-regular.fntdata"/><Relationship Id="rId7" Type="http://schemas.openxmlformats.org/officeDocument/2006/relationships/slide" Target="slides/slide2.xml"/><Relationship Id="rId8" Type="http://schemas.openxmlformats.org/officeDocument/2006/relationships/slide" Target="slides/slide3.xml"/><Relationship Id="rId30" Type="http://customschemas.google.com/relationships/presentationmetadata" Target="metadata"/><Relationship Id="rId11" Type="http://schemas.openxmlformats.org/officeDocument/2006/relationships/slide" Target="slides/slide6.xml"/><Relationship Id="rId10" Type="http://schemas.openxmlformats.org/officeDocument/2006/relationships/slide" Target="slides/slide5.xml"/><Relationship Id="rId13" Type="http://schemas.openxmlformats.org/officeDocument/2006/relationships/slide" Target="slides/slide8.xml"/><Relationship Id="rId12" Type="http://schemas.openxmlformats.org/officeDocument/2006/relationships/slide" Target="slides/slide7.xml"/><Relationship Id="rId15" Type="http://schemas.openxmlformats.org/officeDocument/2006/relationships/slide" Target="slides/slide10.xml"/><Relationship Id="rId14" Type="http://schemas.openxmlformats.org/officeDocument/2006/relationships/slide" Target="slides/slide9.xml"/><Relationship Id="rId17" Type="http://schemas.openxmlformats.org/officeDocument/2006/relationships/slide" Target="slides/slide12.xml"/><Relationship Id="rId16" Type="http://schemas.openxmlformats.org/officeDocument/2006/relationships/slide" Target="slides/slide11.xml"/><Relationship Id="rId19" Type="http://schemas.openxmlformats.org/officeDocument/2006/relationships/slide" Target="slides/slide14.xml"/><Relationship Id="rId18" Type="http://schemas.openxmlformats.org/officeDocument/2006/relationships/slide" Target="slides/slide13.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1.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2" name="Shape 2"/>
        <p:cNvGrpSpPr/>
        <p:nvPr/>
      </p:nvGrpSpPr>
      <p:grpSpPr>
        <a:xfrm>
          <a:off x="0" y="0"/>
          <a:ext cx="0" cy="0"/>
          <a:chOff x="0" y="0"/>
          <a:chExt cx="0" cy="0"/>
        </a:xfrm>
      </p:grpSpPr>
      <p:sp>
        <p:nvSpPr>
          <p:cNvPr id="3" name="Google Shape;3;n"/>
          <p:cNvSpPr/>
          <p:nvPr>
            <p:ph idx="2" type="sldImg"/>
          </p:nvPr>
        </p:nvSpPr>
        <p:spPr>
          <a:xfrm>
            <a:off x="1143225" y="685800"/>
            <a:ext cx="457222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1pPr>
            <a:lvl2pPr indent="-298450" lvl="1" marL="914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2pPr>
            <a:lvl3pPr indent="-298450" lvl="2" marL="1371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3pPr>
            <a:lvl4pPr indent="-298450" lvl="3" marL="1828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4pPr>
            <a:lvl5pPr indent="-298450" lvl="4" marL="22860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5pPr>
            <a:lvl6pPr indent="-298450" lvl="5" marL="27432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6pPr>
            <a:lvl7pPr indent="-298450" lvl="6" marL="32004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7pPr>
            <a:lvl8pPr indent="-298450" lvl="7" marL="36576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8pPr>
            <a:lvl9pPr indent="-298450" lvl="8" marL="4114800" marR="0" rtl="0" algn="l">
              <a:lnSpc>
                <a:spcPct val="100000"/>
              </a:lnSpc>
              <a:spcBef>
                <a:spcPts val="0"/>
              </a:spcBef>
              <a:spcAft>
                <a:spcPts val="0"/>
              </a:spcAft>
              <a:buClr>
                <a:srgbClr val="000000"/>
              </a:buClr>
              <a:buSzPts val="1100"/>
              <a:buFont typeface="Arial"/>
              <a:buChar char="■"/>
              <a:defRPr b="0" i="0" sz="1100" u="none" cap="none" strike="noStrike">
                <a:solidFill>
                  <a:srgbClr val="000000"/>
                </a:solidFill>
                <a:latin typeface="Arial"/>
                <a:ea typeface="Arial"/>
                <a:cs typeface="Arial"/>
                <a:sym typeface="Arial"/>
              </a:defRPr>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5" name="Shape 55"/>
        <p:cNvGrpSpPr/>
        <p:nvPr/>
      </p:nvGrpSpPr>
      <p:grpSpPr>
        <a:xfrm>
          <a:off x="0" y="0"/>
          <a:ext cx="0" cy="0"/>
          <a:chOff x="0" y="0"/>
          <a:chExt cx="0" cy="0"/>
        </a:xfrm>
      </p:grpSpPr>
      <p:sp>
        <p:nvSpPr>
          <p:cNvPr id="56" name="Google Shape;56;p1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57" name="Google Shape;57;p1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6" name="Shape 66"/>
        <p:cNvGrpSpPr/>
        <p:nvPr/>
      </p:nvGrpSpPr>
      <p:grpSpPr>
        <a:xfrm>
          <a:off x="0" y="0"/>
          <a:ext cx="0" cy="0"/>
          <a:chOff x="0" y="0"/>
          <a:chExt cx="0" cy="0"/>
        </a:xfrm>
      </p:grpSpPr>
      <p:sp>
        <p:nvSpPr>
          <p:cNvPr id="67" name="Google Shape;67;p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68" name="Google Shape;68;p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5" name="Shape 75"/>
        <p:cNvGrpSpPr/>
        <p:nvPr/>
      </p:nvGrpSpPr>
      <p:grpSpPr>
        <a:xfrm>
          <a:off x="0" y="0"/>
          <a:ext cx="0" cy="0"/>
          <a:chOff x="0" y="0"/>
          <a:chExt cx="0" cy="0"/>
        </a:xfrm>
      </p:grpSpPr>
      <p:sp>
        <p:nvSpPr>
          <p:cNvPr id="76" name="Google Shape;76;p1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77" name="Google Shape;77;p1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85" name="Shape 85"/>
        <p:cNvGrpSpPr/>
        <p:nvPr/>
      </p:nvGrpSpPr>
      <p:grpSpPr>
        <a:xfrm>
          <a:off x="0" y="0"/>
          <a:ext cx="0" cy="0"/>
          <a:chOff x="0" y="0"/>
          <a:chExt cx="0" cy="0"/>
        </a:xfrm>
      </p:grpSpPr>
      <p:sp>
        <p:nvSpPr>
          <p:cNvPr id="86" name="Google Shape;86;p1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87" name="Google Shape;87;p1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95" name="Shape 95"/>
        <p:cNvGrpSpPr/>
        <p:nvPr/>
      </p:nvGrpSpPr>
      <p:grpSpPr>
        <a:xfrm>
          <a:off x="0" y="0"/>
          <a:ext cx="0" cy="0"/>
          <a:chOff x="0" y="0"/>
          <a:chExt cx="0" cy="0"/>
        </a:xfrm>
      </p:grpSpPr>
      <p:sp>
        <p:nvSpPr>
          <p:cNvPr id="96" name="Google Shape;96;p1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97" name="Google Shape;97;p1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05" name="Shape 105"/>
        <p:cNvGrpSpPr/>
        <p:nvPr/>
      </p:nvGrpSpPr>
      <p:grpSpPr>
        <a:xfrm>
          <a:off x="0" y="0"/>
          <a:ext cx="0" cy="0"/>
          <a:chOff x="0" y="0"/>
          <a:chExt cx="0" cy="0"/>
        </a:xfrm>
      </p:grpSpPr>
      <p:sp>
        <p:nvSpPr>
          <p:cNvPr id="106" name="Google Shape;106;p1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07" name="Google Shape;107;p1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14" name="Shape 114"/>
        <p:cNvGrpSpPr/>
        <p:nvPr/>
      </p:nvGrpSpPr>
      <p:grpSpPr>
        <a:xfrm>
          <a:off x="0" y="0"/>
          <a:ext cx="0" cy="0"/>
          <a:chOff x="0" y="0"/>
          <a:chExt cx="0" cy="0"/>
        </a:xfrm>
      </p:grpSpPr>
      <p:sp>
        <p:nvSpPr>
          <p:cNvPr id="115" name="Google Shape;115;p2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16" name="Google Shape;116;p2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24" name="Shape 124"/>
        <p:cNvGrpSpPr/>
        <p:nvPr/>
      </p:nvGrpSpPr>
      <p:grpSpPr>
        <a:xfrm>
          <a:off x="0" y="0"/>
          <a:ext cx="0" cy="0"/>
          <a:chOff x="0" y="0"/>
          <a:chExt cx="0" cy="0"/>
        </a:xfrm>
      </p:grpSpPr>
      <p:sp>
        <p:nvSpPr>
          <p:cNvPr id="125" name="Google Shape;125;p2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26" name="Google Shape;126;p2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34" name="Shape 134"/>
        <p:cNvGrpSpPr/>
        <p:nvPr/>
      </p:nvGrpSpPr>
      <p:grpSpPr>
        <a:xfrm>
          <a:off x="0" y="0"/>
          <a:ext cx="0" cy="0"/>
          <a:chOff x="0" y="0"/>
          <a:chExt cx="0" cy="0"/>
        </a:xfrm>
      </p:grpSpPr>
      <p:sp>
        <p:nvSpPr>
          <p:cNvPr id="135" name="Google Shape;135;p2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36" name="Google Shape;136;p2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43" name="Shape 143"/>
        <p:cNvGrpSpPr/>
        <p:nvPr/>
      </p:nvGrpSpPr>
      <p:grpSpPr>
        <a:xfrm>
          <a:off x="0" y="0"/>
          <a:ext cx="0" cy="0"/>
          <a:chOff x="0" y="0"/>
          <a:chExt cx="0" cy="0"/>
        </a:xfrm>
      </p:grpSpPr>
      <p:sp>
        <p:nvSpPr>
          <p:cNvPr id="144" name="Google Shape;144;p2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45" name="Google Shape;145;p2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53" name="Shape 153"/>
        <p:cNvGrpSpPr/>
        <p:nvPr/>
      </p:nvGrpSpPr>
      <p:grpSpPr>
        <a:xfrm>
          <a:off x="0" y="0"/>
          <a:ext cx="0" cy="0"/>
          <a:chOff x="0" y="0"/>
          <a:chExt cx="0" cy="0"/>
        </a:xfrm>
      </p:grpSpPr>
      <p:sp>
        <p:nvSpPr>
          <p:cNvPr id="154" name="Google Shape;154;p2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55" name="Google Shape;155;p2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62" name="Shape 162"/>
        <p:cNvGrpSpPr/>
        <p:nvPr/>
      </p:nvGrpSpPr>
      <p:grpSpPr>
        <a:xfrm>
          <a:off x="0" y="0"/>
          <a:ext cx="0" cy="0"/>
          <a:chOff x="0" y="0"/>
          <a:chExt cx="0" cy="0"/>
        </a:xfrm>
      </p:grpSpPr>
      <p:sp>
        <p:nvSpPr>
          <p:cNvPr id="163" name="Google Shape;163;p2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64" name="Google Shape;164;p2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72" name="Shape 172"/>
        <p:cNvGrpSpPr/>
        <p:nvPr/>
      </p:nvGrpSpPr>
      <p:grpSpPr>
        <a:xfrm>
          <a:off x="0" y="0"/>
          <a:ext cx="0" cy="0"/>
          <a:chOff x="0" y="0"/>
          <a:chExt cx="0" cy="0"/>
        </a:xfrm>
      </p:grpSpPr>
      <p:sp>
        <p:nvSpPr>
          <p:cNvPr id="173" name="Google Shape;173;p26: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74" name="Google Shape;174;p26: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82" name="Shape 182"/>
        <p:cNvGrpSpPr/>
        <p:nvPr/>
      </p:nvGrpSpPr>
      <p:grpSpPr>
        <a:xfrm>
          <a:off x="0" y="0"/>
          <a:ext cx="0" cy="0"/>
          <a:chOff x="0" y="0"/>
          <a:chExt cx="0" cy="0"/>
        </a:xfrm>
      </p:grpSpPr>
      <p:sp>
        <p:nvSpPr>
          <p:cNvPr id="183" name="Google Shape;183;p2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84" name="Google Shape;184;p2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191" name="Shape 191"/>
        <p:cNvGrpSpPr/>
        <p:nvPr/>
      </p:nvGrpSpPr>
      <p:grpSpPr>
        <a:xfrm>
          <a:off x="0" y="0"/>
          <a:ext cx="0" cy="0"/>
          <a:chOff x="0" y="0"/>
          <a:chExt cx="0" cy="0"/>
        </a:xfrm>
      </p:grpSpPr>
      <p:sp>
        <p:nvSpPr>
          <p:cNvPr id="192" name="Google Shape;192;p28: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193" name="Google Shape;193;p28: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6.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02" name="Shape 202"/>
        <p:cNvGrpSpPr/>
        <p:nvPr/>
      </p:nvGrpSpPr>
      <p:grpSpPr>
        <a:xfrm>
          <a:off x="0" y="0"/>
          <a:ext cx="0" cy="0"/>
          <a:chOff x="0" y="0"/>
          <a:chExt cx="0" cy="0"/>
        </a:xfrm>
      </p:grpSpPr>
      <p:sp>
        <p:nvSpPr>
          <p:cNvPr id="203" name="Google Shape;203;p29: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04" name="Google Shape;204;p29: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7.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11" name="Shape 211"/>
        <p:cNvGrpSpPr/>
        <p:nvPr/>
      </p:nvGrpSpPr>
      <p:grpSpPr>
        <a:xfrm>
          <a:off x="0" y="0"/>
          <a:ext cx="0" cy="0"/>
          <a:chOff x="0" y="0"/>
          <a:chExt cx="0" cy="0"/>
        </a:xfrm>
      </p:grpSpPr>
      <p:sp>
        <p:nvSpPr>
          <p:cNvPr id="212" name="Google Shape;212;p30: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13" name="Google Shape;213;p30: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8.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21" name="Shape 221"/>
        <p:cNvGrpSpPr/>
        <p:nvPr/>
      </p:nvGrpSpPr>
      <p:grpSpPr>
        <a:xfrm>
          <a:off x="0" y="0"/>
          <a:ext cx="0" cy="0"/>
          <a:chOff x="0" y="0"/>
          <a:chExt cx="0" cy="0"/>
        </a:xfrm>
      </p:grpSpPr>
      <p:sp>
        <p:nvSpPr>
          <p:cNvPr id="222" name="Google Shape;222;p31: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23" name="Google Shape;223;p31: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19.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30" name="Shape 230"/>
        <p:cNvGrpSpPr/>
        <p:nvPr/>
      </p:nvGrpSpPr>
      <p:grpSpPr>
        <a:xfrm>
          <a:off x="0" y="0"/>
          <a:ext cx="0" cy="0"/>
          <a:chOff x="0" y="0"/>
          <a:chExt cx="0" cy="0"/>
        </a:xfrm>
      </p:grpSpPr>
      <p:sp>
        <p:nvSpPr>
          <p:cNvPr id="231" name="Google Shape;231;p32: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32" name="Google Shape;232;p32: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0.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41" name="Shape 241"/>
        <p:cNvGrpSpPr/>
        <p:nvPr/>
      </p:nvGrpSpPr>
      <p:grpSpPr>
        <a:xfrm>
          <a:off x="0" y="0"/>
          <a:ext cx="0" cy="0"/>
          <a:chOff x="0" y="0"/>
          <a:chExt cx="0" cy="0"/>
        </a:xfrm>
      </p:grpSpPr>
      <p:sp>
        <p:nvSpPr>
          <p:cNvPr id="242" name="Google Shape;242;p33: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43" name="Google Shape;243;p33: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52" name="Shape 252"/>
        <p:cNvGrpSpPr/>
        <p:nvPr/>
      </p:nvGrpSpPr>
      <p:grpSpPr>
        <a:xfrm>
          <a:off x="0" y="0"/>
          <a:ext cx="0" cy="0"/>
          <a:chOff x="0" y="0"/>
          <a:chExt cx="0" cy="0"/>
        </a:xfrm>
      </p:grpSpPr>
      <p:sp>
        <p:nvSpPr>
          <p:cNvPr id="253" name="Google Shape;253;p34: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54" name="Google Shape;254;p34: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62" name="Shape 262"/>
        <p:cNvGrpSpPr/>
        <p:nvPr/>
      </p:nvGrpSpPr>
      <p:grpSpPr>
        <a:xfrm>
          <a:off x="0" y="0"/>
          <a:ext cx="0" cy="0"/>
          <a:chOff x="0" y="0"/>
          <a:chExt cx="0" cy="0"/>
        </a:xfrm>
      </p:grpSpPr>
      <p:sp>
        <p:nvSpPr>
          <p:cNvPr id="263" name="Google Shape;263;p35: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64" name="Google Shape;264;p35: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notesSlides/notesSlide2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274" name="Shape 274"/>
        <p:cNvGrpSpPr/>
        <p:nvPr/>
      </p:nvGrpSpPr>
      <p:grpSpPr>
        <a:xfrm>
          <a:off x="0" y="0"/>
          <a:ext cx="0" cy="0"/>
          <a:chOff x="0" y="0"/>
          <a:chExt cx="0" cy="0"/>
        </a:xfrm>
      </p:grpSpPr>
      <p:sp>
        <p:nvSpPr>
          <p:cNvPr id="275" name="Google Shape;275;p7:notes"/>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p>
            <a:pPr indent="0" lvl="0" marL="0" rtl="0" algn="l">
              <a:lnSpc>
                <a:spcPct val="100000"/>
              </a:lnSpc>
              <a:spcBef>
                <a:spcPts val="0"/>
              </a:spcBef>
              <a:spcAft>
                <a:spcPts val="0"/>
              </a:spcAft>
              <a:buSzPts val="1100"/>
              <a:buNone/>
            </a:pPr>
            <a:r>
              <a:t/>
            </a:r>
            <a:endParaRPr/>
          </a:p>
        </p:txBody>
      </p:sp>
      <p:sp>
        <p:nvSpPr>
          <p:cNvPr id="276" name="Google Shape;276;p7:notes"/>
          <p:cNvSpPr/>
          <p:nvPr>
            <p:ph idx="2" type="sldImg"/>
          </p:nvPr>
        </p:nvSpPr>
        <p:spPr>
          <a:xfrm>
            <a:off x="381000" y="685800"/>
            <a:ext cx="6096000"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20" name="Shape 20"/>
        <p:cNvGrpSpPr/>
        <p:nvPr/>
      </p:nvGrpSpPr>
      <p:grpSpPr>
        <a:xfrm>
          <a:off x="0" y="0"/>
          <a:ext cx="0" cy="0"/>
          <a:chOff x="0" y="0"/>
          <a:chExt cx="0" cy="0"/>
        </a:xfrm>
      </p:grpSpPr>
      <p:sp>
        <p:nvSpPr>
          <p:cNvPr id="21" name="Google Shape;21;p36"/>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2" name="Google Shape;22;p36"/>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3" name="Google Shape;23;p36"/>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Content" type="obj">
  <p:cSld name="OBJECT">
    <p:spTree>
      <p:nvGrpSpPr>
        <p:cNvPr id="24" name="Shape 24"/>
        <p:cNvGrpSpPr/>
        <p:nvPr/>
      </p:nvGrpSpPr>
      <p:grpSpPr>
        <a:xfrm>
          <a:off x="0" y="0"/>
          <a:ext cx="0" cy="0"/>
          <a:chOff x="0" y="0"/>
          <a:chExt cx="0" cy="0"/>
        </a:xfrm>
      </p:grpSpPr>
      <p:sp>
        <p:nvSpPr>
          <p:cNvPr id="25" name="Google Shape;25;p13"/>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6" name="Google Shape;26;p13"/>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27" name="Google Shape;27;p13"/>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8" name="Google Shape;28;p13"/>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29" name="Google Shape;29;p13"/>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30" name="Shape 30"/>
        <p:cNvGrpSpPr/>
        <p:nvPr/>
      </p:nvGrpSpPr>
      <p:grpSpPr>
        <a:xfrm>
          <a:off x="0" y="0"/>
          <a:ext cx="0" cy="0"/>
          <a:chOff x="0" y="0"/>
          <a:chExt cx="0" cy="0"/>
        </a:xfrm>
      </p:grpSpPr>
      <p:sp>
        <p:nvSpPr>
          <p:cNvPr id="31" name="Google Shape;31;p10"/>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2" name="Google Shape;32;p10"/>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3" name="Google Shape;33;p10"/>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4" name="Google Shape;34;p10"/>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35" name="Shape 35"/>
        <p:cNvGrpSpPr/>
        <p:nvPr/>
      </p:nvGrpSpPr>
      <p:grpSpPr>
        <a:xfrm>
          <a:off x="0" y="0"/>
          <a:ext cx="0" cy="0"/>
          <a:chOff x="0" y="0"/>
          <a:chExt cx="0" cy="0"/>
        </a:xfrm>
      </p:grpSpPr>
      <p:sp>
        <p:nvSpPr>
          <p:cNvPr id="36" name="Google Shape;36;p11"/>
          <p:cNvSpPr txBox="1"/>
          <p:nvPr>
            <p:ph type="ctrTitle"/>
          </p:nvPr>
        </p:nvSpPr>
        <p:spPr>
          <a:xfrm>
            <a:off x="1524000" y="1122363"/>
            <a:ext cx="9144000" cy="2387600"/>
          </a:xfrm>
          <a:prstGeom prst="rect">
            <a:avLst/>
          </a:prstGeom>
          <a:noFill/>
          <a:ln>
            <a:noFill/>
          </a:ln>
        </p:spPr>
        <p:txBody>
          <a:bodyPr anchorCtr="0" anchor="b" bIns="45700" lIns="91425" spcFirstLastPara="1" rIns="91425" wrap="square" tIns="45700">
            <a:normAutofit/>
          </a:bodyPr>
          <a:lstStyle>
            <a:lvl1pPr lvl="0" algn="ctr">
              <a:lnSpc>
                <a:spcPct val="90000"/>
              </a:lnSpc>
              <a:spcBef>
                <a:spcPts val="0"/>
              </a:spcBef>
              <a:spcAft>
                <a:spcPts val="0"/>
              </a:spcAft>
              <a:buClr>
                <a:schemeClr val="dk1"/>
              </a:buClr>
              <a:buSzPts val="6000"/>
              <a:buFont typeface="Arial"/>
              <a:buNone/>
              <a:defRPr sz="60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7" name="Google Shape;37;p11"/>
          <p:cNvSpPr txBox="1"/>
          <p:nvPr>
            <p:ph idx="1" type="subTitle"/>
          </p:nvPr>
        </p:nvSpPr>
        <p:spPr>
          <a:xfrm>
            <a:off x="1524000" y="3602038"/>
            <a:ext cx="9144000" cy="1655762"/>
          </a:xfrm>
          <a:prstGeom prst="rect">
            <a:avLst/>
          </a:prstGeom>
          <a:noFill/>
          <a:ln>
            <a:noFill/>
          </a:ln>
        </p:spPr>
        <p:txBody>
          <a:bodyPr anchorCtr="0" anchor="t" bIns="45700" lIns="91425" spcFirstLastPara="1" rIns="91425" wrap="square" tIns="45700">
            <a:normAutofit/>
          </a:bodyPr>
          <a:lstStyle>
            <a:lvl1pPr lvl="0" algn="ctr">
              <a:lnSpc>
                <a:spcPct val="90000"/>
              </a:lnSpc>
              <a:spcBef>
                <a:spcPts val="1000"/>
              </a:spcBef>
              <a:spcAft>
                <a:spcPts val="0"/>
              </a:spcAft>
              <a:buClr>
                <a:schemeClr val="dk1"/>
              </a:buClr>
              <a:buSzPts val="2400"/>
              <a:buNone/>
              <a:defRPr sz="2400"/>
            </a:lvl1pPr>
            <a:lvl2pPr lvl="1" algn="ctr">
              <a:lnSpc>
                <a:spcPct val="90000"/>
              </a:lnSpc>
              <a:spcBef>
                <a:spcPts val="500"/>
              </a:spcBef>
              <a:spcAft>
                <a:spcPts val="0"/>
              </a:spcAft>
              <a:buClr>
                <a:schemeClr val="dk1"/>
              </a:buClr>
              <a:buSzPts val="2000"/>
              <a:buNone/>
              <a:defRPr sz="2000"/>
            </a:lvl2pPr>
            <a:lvl3pPr lvl="2" algn="ctr">
              <a:lnSpc>
                <a:spcPct val="90000"/>
              </a:lnSpc>
              <a:spcBef>
                <a:spcPts val="500"/>
              </a:spcBef>
              <a:spcAft>
                <a:spcPts val="0"/>
              </a:spcAft>
              <a:buClr>
                <a:schemeClr val="dk1"/>
              </a:buClr>
              <a:buSzPts val="1800"/>
              <a:buNone/>
              <a:defRPr sz="1800"/>
            </a:lvl3pPr>
            <a:lvl4pPr lvl="3" algn="ctr">
              <a:lnSpc>
                <a:spcPct val="90000"/>
              </a:lnSpc>
              <a:spcBef>
                <a:spcPts val="500"/>
              </a:spcBef>
              <a:spcAft>
                <a:spcPts val="0"/>
              </a:spcAft>
              <a:buClr>
                <a:schemeClr val="dk1"/>
              </a:buClr>
              <a:buSzPts val="1600"/>
              <a:buNone/>
              <a:defRPr sz="1600"/>
            </a:lvl4pPr>
            <a:lvl5pPr lvl="4" algn="ctr">
              <a:lnSpc>
                <a:spcPct val="90000"/>
              </a:lnSpc>
              <a:spcBef>
                <a:spcPts val="500"/>
              </a:spcBef>
              <a:spcAft>
                <a:spcPts val="0"/>
              </a:spcAft>
              <a:buClr>
                <a:schemeClr val="dk1"/>
              </a:buClr>
              <a:buSzPts val="1600"/>
              <a:buNone/>
              <a:defRPr sz="1600"/>
            </a:lvl5pPr>
            <a:lvl6pPr lvl="5" algn="ctr">
              <a:lnSpc>
                <a:spcPct val="90000"/>
              </a:lnSpc>
              <a:spcBef>
                <a:spcPts val="500"/>
              </a:spcBef>
              <a:spcAft>
                <a:spcPts val="0"/>
              </a:spcAft>
              <a:buClr>
                <a:schemeClr val="dk1"/>
              </a:buClr>
              <a:buSzPts val="1600"/>
              <a:buNone/>
              <a:defRPr sz="1600"/>
            </a:lvl6pPr>
            <a:lvl7pPr lvl="6" algn="ctr">
              <a:lnSpc>
                <a:spcPct val="90000"/>
              </a:lnSpc>
              <a:spcBef>
                <a:spcPts val="500"/>
              </a:spcBef>
              <a:spcAft>
                <a:spcPts val="0"/>
              </a:spcAft>
              <a:buClr>
                <a:schemeClr val="dk1"/>
              </a:buClr>
              <a:buSzPts val="1600"/>
              <a:buNone/>
              <a:defRPr sz="1600"/>
            </a:lvl7pPr>
            <a:lvl8pPr lvl="7" algn="ctr">
              <a:lnSpc>
                <a:spcPct val="90000"/>
              </a:lnSpc>
              <a:spcBef>
                <a:spcPts val="500"/>
              </a:spcBef>
              <a:spcAft>
                <a:spcPts val="0"/>
              </a:spcAft>
              <a:buClr>
                <a:schemeClr val="dk1"/>
              </a:buClr>
              <a:buSzPts val="1600"/>
              <a:buNone/>
              <a:defRPr sz="1600"/>
            </a:lvl8pPr>
            <a:lvl9pPr lvl="8" algn="ctr">
              <a:lnSpc>
                <a:spcPct val="90000"/>
              </a:lnSpc>
              <a:spcBef>
                <a:spcPts val="500"/>
              </a:spcBef>
              <a:spcAft>
                <a:spcPts val="0"/>
              </a:spcAft>
              <a:buClr>
                <a:schemeClr val="dk1"/>
              </a:buClr>
              <a:buSzPts val="1600"/>
              <a:buNone/>
              <a:defRPr sz="1600"/>
            </a:lvl9pPr>
          </a:lstStyle>
          <a:p/>
        </p:txBody>
      </p:sp>
      <p:sp>
        <p:nvSpPr>
          <p:cNvPr id="38" name="Google Shape;38;p11"/>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39" name="Google Shape;39;p11"/>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0" name="Google Shape;40;p11"/>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Picture with Caption" type="picTx">
  <p:cSld name="PICTURE_WITH_CAPTION_TEXT">
    <p:spTree>
      <p:nvGrpSpPr>
        <p:cNvPr id="41" name="Shape 41"/>
        <p:cNvGrpSpPr/>
        <p:nvPr/>
      </p:nvGrpSpPr>
      <p:grpSpPr>
        <a:xfrm>
          <a:off x="0" y="0"/>
          <a:ext cx="0" cy="0"/>
          <a:chOff x="0" y="0"/>
          <a:chExt cx="0" cy="0"/>
        </a:xfrm>
      </p:grpSpPr>
      <p:sp>
        <p:nvSpPr>
          <p:cNvPr id="42" name="Google Shape;42;p12"/>
          <p:cNvSpPr txBox="1"/>
          <p:nvPr>
            <p:ph type="title"/>
          </p:nvPr>
        </p:nvSpPr>
        <p:spPr>
          <a:xfrm>
            <a:off x="839788" y="457200"/>
            <a:ext cx="3932237" cy="1600200"/>
          </a:xfrm>
          <a:prstGeom prst="rect">
            <a:avLst/>
          </a:prstGeom>
          <a:noFill/>
          <a:ln>
            <a:noFill/>
          </a:ln>
        </p:spPr>
        <p:txBody>
          <a:bodyPr anchorCtr="0" anchor="b" bIns="45700" lIns="91425" spcFirstLastPara="1" rIns="91425" wrap="square" tIns="45700">
            <a:normAutofit/>
          </a:bodyPr>
          <a:lstStyle>
            <a:lvl1pPr lvl="0" algn="l">
              <a:lnSpc>
                <a:spcPct val="90000"/>
              </a:lnSpc>
              <a:spcBef>
                <a:spcPts val="0"/>
              </a:spcBef>
              <a:spcAft>
                <a:spcPts val="0"/>
              </a:spcAft>
              <a:buClr>
                <a:schemeClr val="dk1"/>
              </a:buClr>
              <a:buSzPts val="3200"/>
              <a:buFont typeface="Arial"/>
              <a:buNone/>
              <a:defRPr sz="3200"/>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3" name="Google Shape;43;p12"/>
          <p:cNvSpPr/>
          <p:nvPr>
            <p:ph idx="2" type="pic"/>
          </p:nvPr>
        </p:nvSpPr>
        <p:spPr>
          <a:xfrm>
            <a:off x="5183188" y="987425"/>
            <a:ext cx="6172200" cy="4873625"/>
          </a:xfrm>
          <a:prstGeom prst="rect">
            <a:avLst/>
          </a:prstGeom>
          <a:noFill/>
          <a:ln>
            <a:noFill/>
          </a:ln>
        </p:spPr>
      </p:sp>
      <p:sp>
        <p:nvSpPr>
          <p:cNvPr id="44" name="Google Shape;44;p12"/>
          <p:cNvSpPr txBox="1"/>
          <p:nvPr>
            <p:ph idx="1" type="body"/>
          </p:nvPr>
        </p:nvSpPr>
        <p:spPr>
          <a:xfrm>
            <a:off x="839788" y="2057400"/>
            <a:ext cx="3932237" cy="3811588"/>
          </a:xfrm>
          <a:prstGeom prst="rect">
            <a:avLst/>
          </a:prstGeom>
          <a:noFill/>
          <a:ln>
            <a:noFill/>
          </a:ln>
        </p:spPr>
        <p:txBody>
          <a:bodyPr anchorCtr="0" anchor="t" bIns="45700" lIns="91425" spcFirstLastPara="1" rIns="91425" wrap="square" tIns="45700">
            <a:normAutofit/>
          </a:bodyPr>
          <a:lstStyle>
            <a:lvl1pPr indent="-228600" lvl="0" marL="457200" algn="l">
              <a:lnSpc>
                <a:spcPct val="90000"/>
              </a:lnSpc>
              <a:spcBef>
                <a:spcPts val="1000"/>
              </a:spcBef>
              <a:spcAft>
                <a:spcPts val="0"/>
              </a:spcAft>
              <a:buClr>
                <a:schemeClr val="dk1"/>
              </a:buClr>
              <a:buSzPts val="1600"/>
              <a:buNone/>
              <a:defRPr sz="1600"/>
            </a:lvl1pPr>
            <a:lvl2pPr indent="-228600" lvl="1" marL="914400" algn="l">
              <a:lnSpc>
                <a:spcPct val="90000"/>
              </a:lnSpc>
              <a:spcBef>
                <a:spcPts val="500"/>
              </a:spcBef>
              <a:spcAft>
                <a:spcPts val="0"/>
              </a:spcAft>
              <a:buClr>
                <a:schemeClr val="dk1"/>
              </a:buClr>
              <a:buSzPts val="1400"/>
              <a:buNone/>
              <a:defRPr sz="1400"/>
            </a:lvl2pPr>
            <a:lvl3pPr indent="-228600" lvl="2" marL="1371600" algn="l">
              <a:lnSpc>
                <a:spcPct val="90000"/>
              </a:lnSpc>
              <a:spcBef>
                <a:spcPts val="500"/>
              </a:spcBef>
              <a:spcAft>
                <a:spcPts val="0"/>
              </a:spcAft>
              <a:buClr>
                <a:schemeClr val="dk1"/>
              </a:buClr>
              <a:buSzPts val="1200"/>
              <a:buNone/>
              <a:defRPr sz="1200"/>
            </a:lvl3pPr>
            <a:lvl4pPr indent="-228600" lvl="3" marL="1828800" algn="l">
              <a:lnSpc>
                <a:spcPct val="90000"/>
              </a:lnSpc>
              <a:spcBef>
                <a:spcPts val="500"/>
              </a:spcBef>
              <a:spcAft>
                <a:spcPts val="0"/>
              </a:spcAft>
              <a:buClr>
                <a:schemeClr val="dk1"/>
              </a:buClr>
              <a:buSzPts val="1000"/>
              <a:buNone/>
              <a:defRPr sz="1000"/>
            </a:lvl4pPr>
            <a:lvl5pPr indent="-228600" lvl="4" marL="2286000" algn="l">
              <a:lnSpc>
                <a:spcPct val="90000"/>
              </a:lnSpc>
              <a:spcBef>
                <a:spcPts val="500"/>
              </a:spcBef>
              <a:spcAft>
                <a:spcPts val="0"/>
              </a:spcAft>
              <a:buClr>
                <a:schemeClr val="dk1"/>
              </a:buClr>
              <a:buSzPts val="1000"/>
              <a:buNone/>
              <a:defRPr sz="1000"/>
            </a:lvl5pPr>
            <a:lvl6pPr indent="-228600" lvl="5" marL="2743200" algn="l">
              <a:lnSpc>
                <a:spcPct val="90000"/>
              </a:lnSpc>
              <a:spcBef>
                <a:spcPts val="500"/>
              </a:spcBef>
              <a:spcAft>
                <a:spcPts val="0"/>
              </a:spcAft>
              <a:buClr>
                <a:schemeClr val="dk1"/>
              </a:buClr>
              <a:buSzPts val="1000"/>
              <a:buNone/>
              <a:defRPr sz="1000"/>
            </a:lvl6pPr>
            <a:lvl7pPr indent="-228600" lvl="6" marL="3200400" algn="l">
              <a:lnSpc>
                <a:spcPct val="90000"/>
              </a:lnSpc>
              <a:spcBef>
                <a:spcPts val="500"/>
              </a:spcBef>
              <a:spcAft>
                <a:spcPts val="0"/>
              </a:spcAft>
              <a:buClr>
                <a:schemeClr val="dk1"/>
              </a:buClr>
              <a:buSzPts val="1000"/>
              <a:buNone/>
              <a:defRPr sz="1000"/>
            </a:lvl7pPr>
            <a:lvl8pPr indent="-228600" lvl="7" marL="3657600" algn="l">
              <a:lnSpc>
                <a:spcPct val="90000"/>
              </a:lnSpc>
              <a:spcBef>
                <a:spcPts val="500"/>
              </a:spcBef>
              <a:spcAft>
                <a:spcPts val="0"/>
              </a:spcAft>
              <a:buClr>
                <a:schemeClr val="dk1"/>
              </a:buClr>
              <a:buSzPts val="1000"/>
              <a:buNone/>
              <a:defRPr sz="1000"/>
            </a:lvl8pPr>
            <a:lvl9pPr indent="-228600" lvl="8" marL="4114800" algn="l">
              <a:lnSpc>
                <a:spcPct val="90000"/>
              </a:lnSpc>
              <a:spcBef>
                <a:spcPts val="500"/>
              </a:spcBef>
              <a:spcAft>
                <a:spcPts val="0"/>
              </a:spcAft>
              <a:buClr>
                <a:schemeClr val="dk1"/>
              </a:buClr>
              <a:buSzPts val="1000"/>
              <a:buNone/>
              <a:defRPr sz="1000"/>
            </a:lvl9pPr>
          </a:lstStyle>
          <a:p/>
        </p:txBody>
      </p:sp>
      <p:sp>
        <p:nvSpPr>
          <p:cNvPr id="45" name="Google Shape;45;p12"/>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6" name="Google Shape;46;p12"/>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47" name="Google Shape;47;p12"/>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wo Content" type="twoObj">
  <p:cSld name="TWO_OBJECTS">
    <p:spTree>
      <p:nvGrpSpPr>
        <p:cNvPr id="48" name="Shape 48"/>
        <p:cNvGrpSpPr/>
        <p:nvPr/>
      </p:nvGrpSpPr>
      <p:grpSpPr>
        <a:xfrm>
          <a:off x="0" y="0"/>
          <a:ext cx="0" cy="0"/>
          <a:chOff x="0" y="0"/>
          <a:chExt cx="0" cy="0"/>
        </a:xfrm>
      </p:grpSpPr>
      <p:sp>
        <p:nvSpPr>
          <p:cNvPr id="49" name="Google Shape;49;p14"/>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algn="l">
              <a:lnSpc>
                <a:spcPct val="90000"/>
              </a:lnSpc>
              <a:spcBef>
                <a:spcPts val="0"/>
              </a:spcBef>
              <a:spcAft>
                <a:spcPts val="0"/>
              </a:spcAft>
              <a:buClr>
                <a:schemeClr val="dk1"/>
              </a:buClr>
              <a:buSzPts val="18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0" name="Google Shape;50;p14"/>
          <p:cNvSpPr txBox="1"/>
          <p:nvPr>
            <p:ph idx="1" type="body"/>
          </p:nvPr>
        </p:nvSpPr>
        <p:spPr>
          <a:xfrm>
            <a:off x="838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1" name="Google Shape;51;p14"/>
          <p:cNvSpPr txBox="1"/>
          <p:nvPr>
            <p:ph idx="2" type="body"/>
          </p:nvPr>
        </p:nvSpPr>
        <p:spPr>
          <a:xfrm>
            <a:off x="6172200" y="1825625"/>
            <a:ext cx="5181600" cy="4351338"/>
          </a:xfrm>
          <a:prstGeom prst="rect">
            <a:avLst/>
          </a:prstGeom>
          <a:noFill/>
          <a:ln>
            <a:noFill/>
          </a:ln>
        </p:spPr>
        <p:txBody>
          <a:bodyPr anchorCtr="0" anchor="t" bIns="45700" lIns="91425" spcFirstLastPara="1" rIns="91425" wrap="square" tIns="45700">
            <a:normAutofit/>
          </a:bodyPr>
          <a:lstStyle>
            <a:lvl1pPr indent="-342900" lvl="0" marL="457200" algn="l">
              <a:lnSpc>
                <a:spcPct val="90000"/>
              </a:lnSpc>
              <a:spcBef>
                <a:spcPts val="1000"/>
              </a:spcBef>
              <a:spcAft>
                <a:spcPts val="0"/>
              </a:spcAft>
              <a:buClr>
                <a:schemeClr val="dk1"/>
              </a:buClr>
              <a:buSzPts val="1800"/>
              <a:buChar char="•"/>
              <a:defRPr/>
            </a:lvl1pPr>
            <a:lvl2pPr indent="-342900" lvl="1" marL="914400" algn="l">
              <a:lnSpc>
                <a:spcPct val="90000"/>
              </a:lnSpc>
              <a:spcBef>
                <a:spcPts val="500"/>
              </a:spcBef>
              <a:spcAft>
                <a:spcPts val="0"/>
              </a:spcAft>
              <a:buClr>
                <a:schemeClr val="dk1"/>
              </a:buClr>
              <a:buSzPts val="1800"/>
              <a:buChar char="•"/>
              <a:defRPr/>
            </a:lvl2pPr>
            <a:lvl3pPr indent="-342900" lvl="2" marL="1371600" algn="l">
              <a:lnSpc>
                <a:spcPct val="90000"/>
              </a:lnSpc>
              <a:spcBef>
                <a:spcPts val="500"/>
              </a:spcBef>
              <a:spcAft>
                <a:spcPts val="0"/>
              </a:spcAft>
              <a:buClr>
                <a:schemeClr val="dk1"/>
              </a:buClr>
              <a:buSzPts val="1800"/>
              <a:buChar char="•"/>
              <a:defRPr/>
            </a:lvl3pPr>
            <a:lvl4pPr indent="-342900" lvl="3" marL="1828800" algn="l">
              <a:lnSpc>
                <a:spcPct val="90000"/>
              </a:lnSpc>
              <a:spcBef>
                <a:spcPts val="500"/>
              </a:spcBef>
              <a:spcAft>
                <a:spcPts val="0"/>
              </a:spcAft>
              <a:buClr>
                <a:schemeClr val="dk1"/>
              </a:buClr>
              <a:buSzPts val="1800"/>
              <a:buChar char="•"/>
              <a:defRPr/>
            </a:lvl4pPr>
            <a:lvl5pPr indent="-342900" lvl="4" marL="2286000" algn="l">
              <a:lnSpc>
                <a:spcPct val="90000"/>
              </a:lnSpc>
              <a:spcBef>
                <a:spcPts val="500"/>
              </a:spcBef>
              <a:spcAft>
                <a:spcPts val="0"/>
              </a:spcAft>
              <a:buClr>
                <a:schemeClr val="dk1"/>
              </a:buClr>
              <a:buSzPts val="1800"/>
              <a:buChar char="•"/>
              <a:defRPr/>
            </a:lvl5pPr>
            <a:lvl6pPr indent="-342900" lvl="5" marL="2743200" algn="l">
              <a:lnSpc>
                <a:spcPct val="90000"/>
              </a:lnSpc>
              <a:spcBef>
                <a:spcPts val="500"/>
              </a:spcBef>
              <a:spcAft>
                <a:spcPts val="0"/>
              </a:spcAft>
              <a:buClr>
                <a:schemeClr val="dk1"/>
              </a:buClr>
              <a:buSzPts val="1800"/>
              <a:buChar char="•"/>
              <a:defRPr/>
            </a:lvl6pPr>
            <a:lvl7pPr indent="-342900" lvl="6" marL="3200400" algn="l">
              <a:lnSpc>
                <a:spcPct val="90000"/>
              </a:lnSpc>
              <a:spcBef>
                <a:spcPts val="500"/>
              </a:spcBef>
              <a:spcAft>
                <a:spcPts val="0"/>
              </a:spcAft>
              <a:buClr>
                <a:schemeClr val="dk1"/>
              </a:buClr>
              <a:buSzPts val="1800"/>
              <a:buChar char="•"/>
              <a:defRPr/>
            </a:lvl7pPr>
            <a:lvl8pPr indent="-342900" lvl="7" marL="3657600" algn="l">
              <a:lnSpc>
                <a:spcPct val="90000"/>
              </a:lnSpc>
              <a:spcBef>
                <a:spcPts val="500"/>
              </a:spcBef>
              <a:spcAft>
                <a:spcPts val="0"/>
              </a:spcAft>
              <a:buClr>
                <a:schemeClr val="dk1"/>
              </a:buClr>
              <a:buSzPts val="1800"/>
              <a:buChar char="•"/>
              <a:defRPr/>
            </a:lvl8pPr>
            <a:lvl9pPr indent="-342900" lvl="8" marL="4114800" algn="l">
              <a:lnSpc>
                <a:spcPct val="90000"/>
              </a:lnSpc>
              <a:spcBef>
                <a:spcPts val="500"/>
              </a:spcBef>
              <a:spcAft>
                <a:spcPts val="0"/>
              </a:spcAft>
              <a:buClr>
                <a:schemeClr val="dk1"/>
              </a:buClr>
              <a:buSzPts val="1800"/>
              <a:buChar char="•"/>
              <a:defRPr/>
            </a:lvl9pPr>
          </a:lstStyle>
          <a:p/>
        </p:txBody>
      </p:sp>
      <p:sp>
        <p:nvSpPr>
          <p:cNvPr id="52" name="Google Shape;52;p14"/>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algn="l">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3" name="Google Shape;53;p14"/>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algn="ctr">
              <a:lnSpc>
                <a:spcPct val="100000"/>
              </a:lnSpc>
              <a:spcBef>
                <a:spcPts val="0"/>
              </a:spcBef>
              <a:spcAft>
                <a:spcPts val="0"/>
              </a:spcAft>
              <a:buSzPts val="1400"/>
              <a:buNone/>
              <a:defRPr/>
            </a:lvl1pPr>
            <a:lvl2pPr lvl="1" algn="l">
              <a:lnSpc>
                <a:spcPct val="100000"/>
              </a:lnSpc>
              <a:spcBef>
                <a:spcPts val="0"/>
              </a:spcBef>
              <a:spcAft>
                <a:spcPts val="0"/>
              </a:spcAft>
              <a:buSzPts val="1400"/>
              <a:buNone/>
              <a:defRPr/>
            </a:lvl2pPr>
            <a:lvl3pPr lvl="2" algn="l">
              <a:lnSpc>
                <a:spcPct val="100000"/>
              </a:lnSpc>
              <a:spcBef>
                <a:spcPts val="0"/>
              </a:spcBef>
              <a:spcAft>
                <a:spcPts val="0"/>
              </a:spcAft>
              <a:buSzPts val="1400"/>
              <a:buNone/>
              <a:defRPr/>
            </a:lvl3pPr>
            <a:lvl4pPr lvl="3" algn="l">
              <a:lnSpc>
                <a:spcPct val="100000"/>
              </a:lnSpc>
              <a:spcBef>
                <a:spcPts val="0"/>
              </a:spcBef>
              <a:spcAft>
                <a:spcPts val="0"/>
              </a:spcAft>
              <a:buSzPts val="1400"/>
              <a:buNone/>
              <a:defRPr/>
            </a:lvl4pPr>
            <a:lvl5pPr lvl="4" algn="l">
              <a:lnSpc>
                <a:spcPct val="100000"/>
              </a:lnSpc>
              <a:spcBef>
                <a:spcPts val="0"/>
              </a:spcBef>
              <a:spcAft>
                <a:spcPts val="0"/>
              </a:spcAft>
              <a:buSzPts val="1400"/>
              <a:buNone/>
              <a:defRPr/>
            </a:lvl5pPr>
            <a:lvl6pPr lvl="5" algn="l">
              <a:lnSpc>
                <a:spcPct val="100000"/>
              </a:lnSpc>
              <a:spcBef>
                <a:spcPts val="0"/>
              </a:spcBef>
              <a:spcAft>
                <a:spcPts val="0"/>
              </a:spcAft>
              <a:buSzPts val="1400"/>
              <a:buNone/>
              <a:defRPr/>
            </a:lvl6pPr>
            <a:lvl7pPr lvl="6" algn="l">
              <a:lnSpc>
                <a:spcPct val="100000"/>
              </a:lnSpc>
              <a:spcBef>
                <a:spcPts val="0"/>
              </a:spcBef>
              <a:spcAft>
                <a:spcPts val="0"/>
              </a:spcAft>
              <a:buSzPts val="1400"/>
              <a:buNone/>
              <a:defRPr/>
            </a:lvl7pPr>
            <a:lvl8pPr lvl="7" algn="l">
              <a:lnSpc>
                <a:spcPct val="100000"/>
              </a:lnSpc>
              <a:spcBef>
                <a:spcPts val="0"/>
              </a:spcBef>
              <a:spcAft>
                <a:spcPts val="0"/>
              </a:spcAft>
              <a:buSzPts val="1400"/>
              <a:buNone/>
              <a:defRPr/>
            </a:lvl8pPr>
            <a:lvl9pPr lvl="8" algn="l">
              <a:lnSpc>
                <a:spcPct val="100000"/>
              </a:lnSpc>
              <a:spcBef>
                <a:spcPts val="0"/>
              </a:spcBef>
              <a:spcAft>
                <a:spcPts val="0"/>
              </a:spcAft>
              <a:buSzPts val="1400"/>
              <a:buNone/>
              <a:defRPr/>
            </a:lvl9pPr>
          </a:lstStyle>
          <a:p/>
        </p:txBody>
      </p:sp>
      <p:sp>
        <p:nvSpPr>
          <p:cNvPr id="54" name="Google Shape;54;p14"/>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Tree>
  </p:cSld>
  <p:clrMapOvr>
    <a:masterClrMapping/>
  </p:clrMapOvr>
  <mc:AlternateContent>
    <mc:Choice Requires="p14">
      <p:transition spd="slow" p14:dur="700">
        <p:fade/>
      </p:transition>
    </mc:Choice>
    <mc:Fallback>
      <p:transition spd="slow">
        <p:fade/>
      </p:transition>
    </mc:Fallback>
  </mc:AlternateContent>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theme" Target="../theme/theme2.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bg>
      <p:bgPr>
        <a:solidFill>
          <a:schemeClr val="lt1"/>
        </a:solidFill>
      </p:bgPr>
    </p:bg>
    <p:spTree>
      <p:nvGrpSpPr>
        <p:cNvPr id="5" name="Shape 5"/>
        <p:cNvGrpSpPr/>
        <p:nvPr/>
      </p:nvGrpSpPr>
      <p:grpSpPr>
        <a:xfrm>
          <a:off x="0" y="0"/>
          <a:ext cx="0" cy="0"/>
          <a:chOff x="0" y="0"/>
          <a:chExt cx="0" cy="0"/>
        </a:xfrm>
      </p:grpSpPr>
      <p:sp>
        <p:nvSpPr>
          <p:cNvPr id="6" name="Google Shape;6;p8"/>
          <p:cNvSpPr txBox="1"/>
          <p:nvPr/>
        </p:nvSpPr>
        <p:spPr>
          <a:xfrm>
            <a:off x="0" y="-712232"/>
            <a:ext cx="12192000" cy="369332"/>
          </a:xfrm>
          <a:prstGeom prst="rect">
            <a:avLst/>
          </a:prstGeom>
          <a:noFill/>
          <a:ln>
            <a:noFill/>
          </a:ln>
        </p:spPr>
        <p:txBody>
          <a:bodyPr anchorCtr="0" anchor="t" bIns="0" lIns="0" spcFirstLastPara="1" rIns="0" wrap="square" tIns="0">
            <a:spAutoFit/>
          </a:bodyPr>
          <a:lstStyle/>
          <a:p>
            <a:pPr indent="0" lvl="0" marL="0" marR="0" rtl="0" algn="ctr">
              <a:lnSpc>
                <a:spcPct val="100000"/>
              </a:lnSpc>
              <a:spcBef>
                <a:spcPts val="0"/>
              </a:spcBef>
              <a:spcAft>
                <a:spcPts val="0"/>
              </a:spcAft>
              <a:buClr>
                <a:srgbClr val="000000"/>
              </a:buClr>
              <a:buSzPts val="2400"/>
              <a:buFont typeface="Arial"/>
              <a:buNone/>
            </a:pPr>
            <a:r>
              <a:rPr b="0" i="0" lang="en-US" sz="2400" u="none" cap="none" strike="noStrike">
                <a:solidFill>
                  <a:srgbClr val="D7D7D7"/>
                </a:solidFill>
                <a:latin typeface="Oi"/>
                <a:ea typeface="Oi"/>
                <a:cs typeface="Oi"/>
                <a:sym typeface="Oi"/>
              </a:rPr>
              <a:t>www.9slide.vn</a:t>
            </a:r>
            <a:endParaRPr b="0" i="0" sz="1400" u="none" cap="none" strike="noStrike">
              <a:solidFill>
                <a:srgbClr val="000000"/>
              </a:solidFill>
              <a:latin typeface="Arial"/>
              <a:ea typeface="Arial"/>
              <a:cs typeface="Arial"/>
              <a:sym typeface="Arial"/>
            </a:endParaRPr>
          </a:p>
        </p:txBody>
      </p:sp>
      <p:sp>
        <p:nvSpPr>
          <p:cNvPr id="7" name="Google Shape;7;p8"/>
          <p:cNvSpPr txBox="1"/>
          <p:nvPr>
            <p:ph type="title"/>
          </p:nvPr>
        </p:nvSpPr>
        <p:spPr>
          <a:xfrm>
            <a:off x="838200" y="365125"/>
            <a:ext cx="10515600" cy="1325563"/>
          </a:xfrm>
          <a:prstGeom prst="rect">
            <a:avLst/>
          </a:prstGeom>
          <a:noFill/>
          <a:ln>
            <a:noFill/>
          </a:ln>
        </p:spPr>
        <p:txBody>
          <a:bodyPr anchorCtr="0" anchor="ctr" bIns="45700" lIns="91425" spcFirstLastPara="1" rIns="91425" wrap="square" tIns="45700">
            <a:normAutofit/>
          </a:bodyPr>
          <a:lstStyle>
            <a:lvl1pPr lvl="0" marR="0" rtl="0" algn="l">
              <a:lnSpc>
                <a:spcPct val="90000"/>
              </a:lnSpc>
              <a:spcBef>
                <a:spcPts val="0"/>
              </a:spcBef>
              <a:spcAft>
                <a:spcPts val="0"/>
              </a:spcAft>
              <a:buClr>
                <a:schemeClr val="dk1"/>
              </a:buClr>
              <a:buSzPts val="4400"/>
              <a:buFont typeface="Arial"/>
              <a:buNone/>
              <a:defRPr b="0" i="0" sz="4400" u="none" cap="none" strike="noStrike">
                <a:solidFill>
                  <a:schemeClr val="dk1"/>
                </a:solidFill>
                <a:latin typeface="Arial"/>
                <a:ea typeface="Arial"/>
                <a:cs typeface="Arial"/>
                <a:sym typeface="Arial"/>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rgbClr val="000000"/>
                </a:solidFill>
                <a:latin typeface="Arial"/>
                <a:ea typeface="Arial"/>
                <a:cs typeface="Arial"/>
                <a:sym typeface="Arial"/>
              </a:defRPr>
            </a:lvl9pPr>
          </a:lstStyle>
          <a:p/>
        </p:txBody>
      </p:sp>
      <p:sp>
        <p:nvSpPr>
          <p:cNvPr id="8" name="Google Shape;8;p8"/>
          <p:cNvSpPr txBox="1"/>
          <p:nvPr>
            <p:ph idx="1" type="body"/>
          </p:nvPr>
        </p:nvSpPr>
        <p:spPr>
          <a:xfrm>
            <a:off x="838200" y="1825625"/>
            <a:ext cx="10515600" cy="4351338"/>
          </a:xfrm>
          <a:prstGeom prst="rect">
            <a:avLst/>
          </a:prstGeom>
          <a:noFill/>
          <a:ln>
            <a:noFill/>
          </a:ln>
        </p:spPr>
        <p:txBody>
          <a:bodyPr anchorCtr="0" anchor="t" bIns="45700" lIns="91425" spcFirstLastPara="1" rIns="91425" wrap="square" tIns="45700">
            <a:normAutofit/>
          </a:bodyPr>
          <a:lstStyle>
            <a:lvl1pPr indent="-406400" lvl="0" marL="457200" marR="0" rtl="0" algn="l">
              <a:lnSpc>
                <a:spcPct val="90000"/>
              </a:lnSpc>
              <a:spcBef>
                <a:spcPts val="1000"/>
              </a:spcBef>
              <a:spcAft>
                <a:spcPts val="0"/>
              </a:spcAft>
              <a:buClr>
                <a:schemeClr val="dk1"/>
              </a:buClr>
              <a:buSzPts val="2800"/>
              <a:buFont typeface="Arial"/>
              <a:buChar char="•"/>
              <a:defRPr b="0" i="0" sz="2800" u="none" cap="none" strike="noStrike">
                <a:solidFill>
                  <a:schemeClr val="dk1"/>
                </a:solidFill>
                <a:latin typeface="Oi"/>
                <a:ea typeface="Oi"/>
                <a:cs typeface="Oi"/>
                <a:sym typeface="Oi"/>
              </a:defRPr>
            </a:lvl1pPr>
            <a:lvl2pPr indent="-381000" lvl="1" marL="914400" marR="0" rtl="0" algn="l">
              <a:lnSpc>
                <a:spcPct val="90000"/>
              </a:lnSpc>
              <a:spcBef>
                <a:spcPts val="500"/>
              </a:spcBef>
              <a:spcAft>
                <a:spcPts val="0"/>
              </a:spcAft>
              <a:buClr>
                <a:schemeClr val="dk1"/>
              </a:buClr>
              <a:buSzPts val="2400"/>
              <a:buFont typeface="Arial"/>
              <a:buChar char="•"/>
              <a:defRPr b="0" i="0" sz="2400" u="none" cap="none" strike="noStrike">
                <a:solidFill>
                  <a:schemeClr val="dk1"/>
                </a:solidFill>
                <a:latin typeface="Oi"/>
                <a:ea typeface="Oi"/>
                <a:cs typeface="Oi"/>
                <a:sym typeface="Oi"/>
              </a:defRPr>
            </a:lvl2pPr>
            <a:lvl3pPr indent="-355600" lvl="2" marL="1371600" marR="0" rtl="0" algn="l">
              <a:lnSpc>
                <a:spcPct val="90000"/>
              </a:lnSpc>
              <a:spcBef>
                <a:spcPts val="500"/>
              </a:spcBef>
              <a:spcAft>
                <a:spcPts val="0"/>
              </a:spcAft>
              <a:buClr>
                <a:schemeClr val="dk1"/>
              </a:buClr>
              <a:buSzPts val="2000"/>
              <a:buFont typeface="Arial"/>
              <a:buChar char="•"/>
              <a:defRPr b="0" i="0" sz="2000" u="none" cap="none" strike="noStrike">
                <a:solidFill>
                  <a:schemeClr val="dk1"/>
                </a:solidFill>
                <a:latin typeface="Oi"/>
                <a:ea typeface="Oi"/>
                <a:cs typeface="Oi"/>
                <a:sym typeface="Oi"/>
              </a:defRPr>
            </a:lvl3pPr>
            <a:lvl4pPr indent="-342900" lvl="3" marL="1828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4pPr>
            <a:lvl5pPr indent="-342900" lvl="4" marL="22860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5pPr>
            <a:lvl6pPr indent="-342900" lvl="5" marL="27432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6pPr>
            <a:lvl7pPr indent="-342900" lvl="6" marL="32004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7pPr>
            <a:lvl8pPr indent="-342900" lvl="7" marL="36576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8pPr>
            <a:lvl9pPr indent="-342900" lvl="8" marL="4114800" marR="0" rtl="0" algn="l">
              <a:lnSpc>
                <a:spcPct val="90000"/>
              </a:lnSpc>
              <a:spcBef>
                <a:spcPts val="500"/>
              </a:spcBef>
              <a:spcAft>
                <a:spcPts val="0"/>
              </a:spcAft>
              <a:buClr>
                <a:schemeClr val="dk1"/>
              </a:buClr>
              <a:buSzPts val="1800"/>
              <a:buFont typeface="Arial"/>
              <a:buChar char="•"/>
              <a:defRPr b="0" i="0" sz="1800" u="none" cap="none" strike="noStrike">
                <a:solidFill>
                  <a:schemeClr val="dk1"/>
                </a:solidFill>
                <a:latin typeface="Oi"/>
                <a:ea typeface="Oi"/>
                <a:cs typeface="Oi"/>
                <a:sym typeface="Oi"/>
              </a:defRPr>
            </a:lvl9pPr>
          </a:lstStyle>
          <a:p/>
        </p:txBody>
      </p:sp>
      <p:sp>
        <p:nvSpPr>
          <p:cNvPr id="9" name="Google Shape;9;p8"/>
          <p:cNvSpPr txBox="1"/>
          <p:nvPr>
            <p:ph idx="10" type="dt"/>
          </p:nvPr>
        </p:nvSpPr>
        <p:spPr>
          <a:xfrm>
            <a:off x="838200" y="6356350"/>
            <a:ext cx="2743200" cy="365125"/>
          </a:xfrm>
          <a:prstGeom prst="rect">
            <a:avLst/>
          </a:prstGeom>
          <a:noFill/>
          <a:ln>
            <a:noFill/>
          </a:ln>
        </p:spPr>
        <p:txBody>
          <a:bodyPr anchorCtr="0" anchor="ctr" bIns="45700" lIns="91425" spcFirstLastPara="1" rIns="91425" wrap="square" tIns="45700">
            <a:noAutofit/>
          </a:bodyPr>
          <a:lstStyle>
            <a:lvl1pPr lvl="0" marR="0" rtl="0" algn="l">
              <a:lnSpc>
                <a:spcPct val="100000"/>
              </a:lnSpc>
              <a:spcBef>
                <a:spcPts val="0"/>
              </a:spcBef>
              <a:spcAft>
                <a:spcPts val="0"/>
              </a:spcAft>
              <a:buClr>
                <a:srgbClr val="000000"/>
              </a:buClr>
              <a:buSzPts val="1400"/>
              <a:buFont typeface="Arial"/>
              <a:buNone/>
              <a:defRPr b="0" i="0" sz="1200" u="none" cap="none" strike="noStrike">
                <a:solidFill>
                  <a:srgbClr val="888888"/>
                </a:solidFill>
                <a:latin typeface="Oi"/>
                <a:ea typeface="Oi"/>
                <a:cs typeface="Oi"/>
                <a:sym typeface="O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9pPr>
          </a:lstStyle>
          <a:p/>
        </p:txBody>
      </p:sp>
      <p:sp>
        <p:nvSpPr>
          <p:cNvPr id="10" name="Google Shape;10;p8"/>
          <p:cNvSpPr txBox="1"/>
          <p:nvPr>
            <p:ph idx="11" type="ftr"/>
          </p:nvPr>
        </p:nvSpPr>
        <p:spPr>
          <a:xfrm>
            <a:off x="4038600" y="6356350"/>
            <a:ext cx="4114800" cy="365125"/>
          </a:xfrm>
          <a:prstGeom prst="rect">
            <a:avLst/>
          </a:prstGeom>
          <a:noFill/>
          <a:ln>
            <a:noFill/>
          </a:ln>
        </p:spPr>
        <p:txBody>
          <a:bodyPr anchorCtr="0" anchor="ctr" bIns="45700" lIns="91425" spcFirstLastPara="1" rIns="91425" wrap="square" tIns="45700">
            <a:noAutofit/>
          </a:bodyPr>
          <a:lstStyle>
            <a:lvl1pPr lvl="0" marR="0" rtl="0" algn="ctr">
              <a:lnSpc>
                <a:spcPct val="100000"/>
              </a:lnSpc>
              <a:spcBef>
                <a:spcPts val="0"/>
              </a:spcBef>
              <a:spcAft>
                <a:spcPts val="0"/>
              </a:spcAft>
              <a:buClr>
                <a:srgbClr val="000000"/>
              </a:buClr>
              <a:buSzPts val="1400"/>
              <a:buFont typeface="Arial"/>
              <a:buNone/>
              <a:defRPr b="0" i="0" sz="1200" u="none" cap="none" strike="noStrike">
                <a:solidFill>
                  <a:srgbClr val="888888"/>
                </a:solidFill>
                <a:latin typeface="Oi"/>
                <a:ea typeface="Oi"/>
                <a:cs typeface="Oi"/>
                <a:sym typeface="Oi"/>
              </a:defRPr>
            </a:lvl1pPr>
            <a:lvl2pPr lvl="1"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2pPr>
            <a:lvl3pPr lvl="2"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3pPr>
            <a:lvl4pPr lvl="3"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4pPr>
            <a:lvl5pPr lvl="4"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5pPr>
            <a:lvl6pPr lvl="5"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6pPr>
            <a:lvl7pPr lvl="6"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7pPr>
            <a:lvl8pPr lvl="7"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8pPr>
            <a:lvl9pPr lvl="8" marR="0" rtl="0" algn="l">
              <a:lnSpc>
                <a:spcPct val="100000"/>
              </a:lnSpc>
              <a:spcBef>
                <a:spcPts val="0"/>
              </a:spcBef>
              <a:spcAft>
                <a:spcPts val="0"/>
              </a:spcAft>
              <a:buClr>
                <a:srgbClr val="000000"/>
              </a:buClr>
              <a:buSzPts val="1400"/>
              <a:buFont typeface="Arial"/>
              <a:buNone/>
              <a:defRPr b="0" i="0" sz="1800" u="none" cap="none" strike="noStrike">
                <a:solidFill>
                  <a:schemeClr val="dk1"/>
                </a:solidFill>
                <a:latin typeface="Oi"/>
                <a:ea typeface="Oi"/>
                <a:cs typeface="Oi"/>
                <a:sym typeface="Oi"/>
              </a:defRPr>
            </a:lvl9pPr>
          </a:lstStyle>
          <a:p/>
        </p:txBody>
      </p:sp>
      <p:sp>
        <p:nvSpPr>
          <p:cNvPr id="11" name="Google Shape;11;p8"/>
          <p:cNvSpPr txBox="1"/>
          <p:nvPr>
            <p:ph idx="12" type="sldNum"/>
          </p:nvPr>
        </p:nvSpPr>
        <p:spPr>
          <a:xfrm>
            <a:off x="8610600" y="6356350"/>
            <a:ext cx="2743200" cy="365125"/>
          </a:xfrm>
          <a:prstGeom prst="rect">
            <a:avLst/>
          </a:prstGeom>
          <a:noFill/>
          <a:ln>
            <a:noFill/>
          </a:ln>
        </p:spPr>
        <p:txBody>
          <a:bodyPr anchorCtr="0" anchor="ctr" bIns="45700" lIns="91425" spcFirstLastPara="1" rIns="91425" wrap="square" tIns="45700">
            <a:noAutofit/>
          </a:bodyPr>
          <a:lstStyle>
            <a:lvl1pPr indent="0" lvl="0"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1pPr>
            <a:lvl2pPr indent="0" lvl="1"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2pPr>
            <a:lvl3pPr indent="0" lvl="2"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3pPr>
            <a:lvl4pPr indent="0" lvl="3"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4pPr>
            <a:lvl5pPr indent="0" lvl="4"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5pPr>
            <a:lvl6pPr indent="0" lvl="5"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6pPr>
            <a:lvl7pPr indent="0" lvl="6"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7pPr>
            <a:lvl8pPr indent="0" lvl="7"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8pPr>
            <a:lvl9pPr indent="0" lvl="8" marL="0" marR="0" rtl="0" algn="r">
              <a:lnSpc>
                <a:spcPct val="100000"/>
              </a:lnSpc>
              <a:spcBef>
                <a:spcPts val="0"/>
              </a:spcBef>
              <a:spcAft>
                <a:spcPts val="0"/>
              </a:spcAft>
              <a:buClr>
                <a:srgbClr val="000000"/>
              </a:buClr>
              <a:buSzPts val="1200"/>
              <a:buFont typeface="Arial"/>
              <a:buNone/>
              <a:defRPr b="0" i="0" sz="1200" u="none" cap="none" strike="noStrike">
                <a:solidFill>
                  <a:srgbClr val="888888"/>
                </a:solidFill>
                <a:latin typeface="Oi"/>
                <a:ea typeface="Oi"/>
                <a:cs typeface="Oi"/>
                <a:sym typeface="Oi"/>
              </a:defRPr>
            </a:lvl9pPr>
          </a:lstStyle>
          <a:p>
            <a:pPr indent="0" lvl="0" marL="0" rtl="0" algn="r">
              <a:spcBef>
                <a:spcPts val="0"/>
              </a:spcBef>
              <a:spcAft>
                <a:spcPts val="0"/>
              </a:spcAft>
              <a:buNone/>
            </a:pPr>
            <a:fld id="{00000000-1234-1234-1234-123412341234}" type="slidenum">
              <a:rPr lang="en-US"/>
              <a:t>‹#›</a:t>
            </a:fld>
            <a:endParaRPr/>
          </a:p>
        </p:txBody>
      </p:sp>
      <p:sp>
        <p:nvSpPr>
          <p:cNvPr id="12" name="Google Shape;12;p8"/>
          <p:cNvSpPr/>
          <p:nvPr/>
        </p:nvSpPr>
        <p:spPr>
          <a:xfrm>
            <a:off x="-23164800"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3" name="Google Shape;13;p8"/>
          <p:cNvSpPr/>
          <p:nvPr/>
        </p:nvSpPr>
        <p:spPr>
          <a:xfrm>
            <a:off x="34961778" y="-1303020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4" name="Google Shape;14;p8"/>
          <p:cNvSpPr/>
          <p:nvPr/>
        </p:nvSpPr>
        <p:spPr>
          <a:xfrm>
            <a:off x="34961778" y="1949318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sp>
        <p:nvSpPr>
          <p:cNvPr id="15" name="Google Shape;15;p8"/>
          <p:cNvSpPr/>
          <p:nvPr/>
        </p:nvSpPr>
        <p:spPr>
          <a:xfrm>
            <a:off x="-23164800" y="19493180"/>
            <a:ext cx="395021" cy="395021"/>
          </a:xfrm>
          <a:prstGeom prst="ellipse">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grpSp>
        <p:nvGrpSpPr>
          <p:cNvPr id="16" name="Google Shape;16;p8"/>
          <p:cNvGrpSpPr/>
          <p:nvPr/>
        </p:nvGrpSpPr>
        <p:grpSpPr>
          <a:xfrm>
            <a:off x="-2202100" y="-2224223"/>
            <a:ext cx="16596200" cy="11284323"/>
            <a:chOff x="-2202100" y="-2224223"/>
            <a:chExt cx="16596200" cy="11284323"/>
          </a:xfrm>
        </p:grpSpPr>
        <p:sp>
          <p:nvSpPr>
            <p:cNvPr id="17" name="Google Shape;17;p8"/>
            <p:cNvSpPr/>
            <p:nvPr/>
          </p:nvSpPr>
          <p:spPr>
            <a:xfrm>
              <a:off x="4851540" y="8494776"/>
              <a:ext cx="2488920" cy="565324"/>
            </a:xfrm>
            <a:prstGeom prst="rect">
              <a:avLst/>
            </a:prstGeom>
            <a:noFill/>
            <a:ln cap="flat" cmpd="sng" w="21575">
              <a:solidFill>
                <a:srgbClr val="BFBFBF"/>
              </a:solidFill>
              <a:prstDash val="solid"/>
              <a:miter lim="800000"/>
              <a:headEnd len="sm" w="sm" type="none"/>
              <a:tailEnd len="sm" w="sm" type="none"/>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dk1"/>
                </a:solidFill>
                <a:latin typeface="Oi"/>
                <a:ea typeface="Oi"/>
                <a:cs typeface="Oi"/>
                <a:sym typeface="Oi"/>
              </a:endParaRPr>
            </a:p>
          </p:txBody>
        </p:sp>
        <p:sp>
          <p:nvSpPr>
            <p:cNvPr id="18" name="Google Shape;18;p8"/>
            <p:cNvSpPr/>
            <p:nvPr/>
          </p:nvSpPr>
          <p:spPr>
            <a:xfrm>
              <a:off x="5006988" y="8647176"/>
              <a:ext cx="2178025" cy="260524"/>
            </a:xfrm>
            <a:custGeom>
              <a:rect b="b" l="l" r="r" t="t"/>
              <a:pathLst>
                <a:path extrusionOk="0" h="260524" w="2178025">
                  <a:moveTo>
                    <a:pt x="1807648" y="222182"/>
                  </a:moveTo>
                  <a:cubicBezTo>
                    <a:pt x="1814010" y="222182"/>
                    <a:pt x="1818838" y="223968"/>
                    <a:pt x="1822130" y="227540"/>
                  </a:cubicBezTo>
                  <a:cubicBezTo>
                    <a:pt x="1825423" y="231111"/>
                    <a:pt x="1827070" y="235576"/>
                    <a:pt x="1827070" y="240934"/>
                  </a:cubicBezTo>
                  <a:cubicBezTo>
                    <a:pt x="1827070" y="246069"/>
                    <a:pt x="1825423" y="250366"/>
                    <a:pt x="1822130" y="253826"/>
                  </a:cubicBezTo>
                  <a:cubicBezTo>
                    <a:pt x="1818838" y="257287"/>
                    <a:pt x="1814010" y="259017"/>
                    <a:pt x="1807648" y="259017"/>
                  </a:cubicBezTo>
                  <a:cubicBezTo>
                    <a:pt x="1801285" y="259017"/>
                    <a:pt x="1796513" y="257287"/>
                    <a:pt x="1793332" y="253826"/>
                  </a:cubicBezTo>
                  <a:cubicBezTo>
                    <a:pt x="1790151" y="250366"/>
                    <a:pt x="1788560" y="246069"/>
                    <a:pt x="1788560" y="240934"/>
                  </a:cubicBezTo>
                  <a:cubicBezTo>
                    <a:pt x="1788560" y="235576"/>
                    <a:pt x="1790151" y="231111"/>
                    <a:pt x="1793332" y="227540"/>
                  </a:cubicBezTo>
                  <a:cubicBezTo>
                    <a:pt x="1796513" y="223968"/>
                    <a:pt x="1801285" y="222182"/>
                    <a:pt x="1807648" y="222182"/>
                  </a:cubicBezTo>
                  <a:close/>
                  <a:moveTo>
                    <a:pt x="807523" y="222182"/>
                  </a:moveTo>
                  <a:cubicBezTo>
                    <a:pt x="813885" y="222182"/>
                    <a:pt x="818713" y="223968"/>
                    <a:pt x="822005" y="227540"/>
                  </a:cubicBezTo>
                  <a:cubicBezTo>
                    <a:pt x="825298" y="231111"/>
                    <a:pt x="826945" y="235576"/>
                    <a:pt x="826945" y="240934"/>
                  </a:cubicBezTo>
                  <a:cubicBezTo>
                    <a:pt x="826945" y="246069"/>
                    <a:pt x="825298" y="250366"/>
                    <a:pt x="822005" y="253826"/>
                  </a:cubicBezTo>
                  <a:cubicBezTo>
                    <a:pt x="818713" y="257287"/>
                    <a:pt x="813885" y="259017"/>
                    <a:pt x="807523" y="259017"/>
                  </a:cubicBezTo>
                  <a:cubicBezTo>
                    <a:pt x="801160" y="259017"/>
                    <a:pt x="796388" y="257287"/>
                    <a:pt x="793207" y="253826"/>
                  </a:cubicBezTo>
                  <a:cubicBezTo>
                    <a:pt x="790026" y="250366"/>
                    <a:pt x="788435" y="246069"/>
                    <a:pt x="788435" y="240934"/>
                  </a:cubicBezTo>
                  <a:cubicBezTo>
                    <a:pt x="788435" y="235576"/>
                    <a:pt x="790026" y="231111"/>
                    <a:pt x="793207" y="227540"/>
                  </a:cubicBezTo>
                  <a:cubicBezTo>
                    <a:pt x="796388" y="223968"/>
                    <a:pt x="801160" y="222182"/>
                    <a:pt x="807523" y="222182"/>
                  </a:cubicBezTo>
                  <a:close/>
                  <a:moveTo>
                    <a:pt x="1488076" y="98952"/>
                  </a:moveTo>
                  <a:cubicBezTo>
                    <a:pt x="1472896" y="98952"/>
                    <a:pt x="1461064" y="104812"/>
                    <a:pt x="1452581" y="116532"/>
                  </a:cubicBezTo>
                  <a:cubicBezTo>
                    <a:pt x="1444098" y="128253"/>
                    <a:pt x="1439856" y="145610"/>
                    <a:pt x="1439856" y="168604"/>
                  </a:cubicBezTo>
                  <a:cubicBezTo>
                    <a:pt x="1439856" y="189142"/>
                    <a:pt x="1444098" y="205215"/>
                    <a:pt x="1452581" y="216824"/>
                  </a:cubicBezTo>
                  <a:cubicBezTo>
                    <a:pt x="1461064" y="228433"/>
                    <a:pt x="1472784" y="234237"/>
                    <a:pt x="1487741" y="234237"/>
                  </a:cubicBezTo>
                  <a:cubicBezTo>
                    <a:pt x="1507387" y="234237"/>
                    <a:pt x="1521730" y="225419"/>
                    <a:pt x="1530771" y="207783"/>
                  </a:cubicBezTo>
                  <a:lnTo>
                    <a:pt x="1530771" y="124569"/>
                  </a:lnTo>
                  <a:cubicBezTo>
                    <a:pt x="1521507" y="107491"/>
                    <a:pt x="1507275" y="98952"/>
                    <a:pt x="1488076" y="98952"/>
                  </a:cubicBezTo>
                  <a:close/>
                  <a:moveTo>
                    <a:pt x="1678241" y="98115"/>
                  </a:moveTo>
                  <a:cubicBezTo>
                    <a:pt x="1665740" y="98115"/>
                    <a:pt x="1655248" y="102663"/>
                    <a:pt x="1646764" y="111761"/>
                  </a:cubicBezTo>
                  <a:cubicBezTo>
                    <a:pt x="1638281" y="120858"/>
                    <a:pt x="1633035" y="133610"/>
                    <a:pt x="1631026" y="150019"/>
                  </a:cubicBezTo>
                  <a:lnTo>
                    <a:pt x="1721774" y="150019"/>
                  </a:lnTo>
                  <a:lnTo>
                    <a:pt x="1721774" y="147675"/>
                  </a:lnTo>
                  <a:cubicBezTo>
                    <a:pt x="1720881" y="131936"/>
                    <a:pt x="1716639" y="119742"/>
                    <a:pt x="1709049" y="111091"/>
                  </a:cubicBezTo>
                  <a:cubicBezTo>
                    <a:pt x="1701459" y="102440"/>
                    <a:pt x="1691190" y="98115"/>
                    <a:pt x="1678241" y="98115"/>
                  </a:cubicBezTo>
                  <a:close/>
                  <a:moveTo>
                    <a:pt x="1855700" y="76014"/>
                  </a:moveTo>
                  <a:lnTo>
                    <a:pt x="1887345" y="76014"/>
                  </a:lnTo>
                  <a:lnTo>
                    <a:pt x="1933389" y="215150"/>
                  </a:lnTo>
                  <a:lnTo>
                    <a:pt x="1978260" y="76014"/>
                  </a:lnTo>
                  <a:lnTo>
                    <a:pt x="2009905" y="76014"/>
                  </a:lnTo>
                  <a:lnTo>
                    <a:pt x="1944941" y="257175"/>
                  </a:lnTo>
                  <a:lnTo>
                    <a:pt x="1921334" y="257175"/>
                  </a:lnTo>
                  <a:close/>
                  <a:moveTo>
                    <a:pt x="1333370" y="76014"/>
                  </a:moveTo>
                  <a:lnTo>
                    <a:pt x="1364344" y="76014"/>
                  </a:lnTo>
                  <a:lnTo>
                    <a:pt x="1364344" y="257175"/>
                  </a:lnTo>
                  <a:lnTo>
                    <a:pt x="1333370" y="257175"/>
                  </a:lnTo>
                  <a:close/>
                  <a:moveTo>
                    <a:pt x="514350" y="76014"/>
                  </a:moveTo>
                  <a:lnTo>
                    <a:pt x="545157" y="76014"/>
                  </a:lnTo>
                  <a:lnTo>
                    <a:pt x="580820" y="211634"/>
                  </a:lnTo>
                  <a:lnTo>
                    <a:pt x="623013" y="76014"/>
                  </a:lnTo>
                  <a:lnTo>
                    <a:pt x="647960" y="76014"/>
                  </a:lnTo>
                  <a:lnTo>
                    <a:pt x="690990" y="214480"/>
                  </a:lnTo>
                  <a:lnTo>
                    <a:pt x="725816" y="76014"/>
                  </a:lnTo>
                  <a:lnTo>
                    <a:pt x="756791" y="76014"/>
                  </a:lnTo>
                  <a:lnTo>
                    <a:pt x="704050" y="257175"/>
                  </a:lnTo>
                  <a:lnTo>
                    <a:pt x="678935" y="257175"/>
                  </a:lnTo>
                  <a:lnTo>
                    <a:pt x="634901" y="119881"/>
                  </a:lnTo>
                  <a:lnTo>
                    <a:pt x="592038" y="257175"/>
                  </a:lnTo>
                  <a:lnTo>
                    <a:pt x="566923" y="257175"/>
                  </a:lnTo>
                  <a:close/>
                  <a:moveTo>
                    <a:pt x="257175" y="76014"/>
                  </a:moveTo>
                  <a:lnTo>
                    <a:pt x="287982" y="76014"/>
                  </a:lnTo>
                  <a:lnTo>
                    <a:pt x="323645" y="211634"/>
                  </a:lnTo>
                  <a:lnTo>
                    <a:pt x="365838" y="76014"/>
                  </a:lnTo>
                  <a:lnTo>
                    <a:pt x="390785" y="76014"/>
                  </a:lnTo>
                  <a:lnTo>
                    <a:pt x="433815" y="214480"/>
                  </a:lnTo>
                  <a:lnTo>
                    <a:pt x="468641" y="76014"/>
                  </a:lnTo>
                  <a:lnTo>
                    <a:pt x="499616" y="76014"/>
                  </a:lnTo>
                  <a:lnTo>
                    <a:pt x="446875" y="257175"/>
                  </a:lnTo>
                  <a:lnTo>
                    <a:pt x="421760" y="257175"/>
                  </a:lnTo>
                  <a:lnTo>
                    <a:pt x="377726" y="119881"/>
                  </a:lnTo>
                  <a:lnTo>
                    <a:pt x="334863" y="257175"/>
                  </a:lnTo>
                  <a:lnTo>
                    <a:pt x="309748" y="257175"/>
                  </a:lnTo>
                  <a:close/>
                  <a:moveTo>
                    <a:pt x="0" y="76014"/>
                  </a:moveTo>
                  <a:lnTo>
                    <a:pt x="30807" y="76014"/>
                  </a:lnTo>
                  <a:lnTo>
                    <a:pt x="66470" y="211634"/>
                  </a:lnTo>
                  <a:lnTo>
                    <a:pt x="108663" y="76014"/>
                  </a:lnTo>
                  <a:lnTo>
                    <a:pt x="133610" y="76014"/>
                  </a:lnTo>
                  <a:lnTo>
                    <a:pt x="176640" y="214480"/>
                  </a:lnTo>
                  <a:lnTo>
                    <a:pt x="211466" y="76014"/>
                  </a:lnTo>
                  <a:lnTo>
                    <a:pt x="242441" y="76014"/>
                  </a:lnTo>
                  <a:lnTo>
                    <a:pt x="189700" y="257175"/>
                  </a:lnTo>
                  <a:lnTo>
                    <a:pt x="164585" y="257175"/>
                  </a:lnTo>
                  <a:lnTo>
                    <a:pt x="120551" y="119881"/>
                  </a:lnTo>
                  <a:lnTo>
                    <a:pt x="77688" y="257175"/>
                  </a:lnTo>
                  <a:lnTo>
                    <a:pt x="52573" y="257175"/>
                  </a:lnTo>
                  <a:close/>
                  <a:moveTo>
                    <a:pt x="2120094" y="72666"/>
                  </a:moveTo>
                  <a:cubicBezTo>
                    <a:pt x="2158380" y="72666"/>
                    <a:pt x="2177690" y="94264"/>
                    <a:pt x="2178025" y="137461"/>
                  </a:cubicBezTo>
                  <a:lnTo>
                    <a:pt x="2178025" y="257175"/>
                  </a:lnTo>
                  <a:lnTo>
                    <a:pt x="2147050" y="257175"/>
                  </a:lnTo>
                  <a:lnTo>
                    <a:pt x="2147050" y="137294"/>
                  </a:lnTo>
                  <a:cubicBezTo>
                    <a:pt x="2146938" y="124234"/>
                    <a:pt x="2143953" y="114579"/>
                    <a:pt x="2138092" y="108328"/>
                  </a:cubicBezTo>
                  <a:cubicBezTo>
                    <a:pt x="2132232" y="102077"/>
                    <a:pt x="2123107" y="98952"/>
                    <a:pt x="2110717" y="98952"/>
                  </a:cubicBezTo>
                  <a:cubicBezTo>
                    <a:pt x="2100671" y="98952"/>
                    <a:pt x="2091853" y="101631"/>
                    <a:pt x="2084263" y="106989"/>
                  </a:cubicBezTo>
                  <a:cubicBezTo>
                    <a:pt x="2076673" y="112347"/>
                    <a:pt x="2070757" y="119379"/>
                    <a:pt x="2066515" y="128085"/>
                  </a:cubicBezTo>
                  <a:lnTo>
                    <a:pt x="2066515" y="257175"/>
                  </a:lnTo>
                  <a:lnTo>
                    <a:pt x="2035541" y="257175"/>
                  </a:lnTo>
                  <a:lnTo>
                    <a:pt x="2035541" y="76014"/>
                  </a:lnTo>
                  <a:lnTo>
                    <a:pt x="2064841" y="76014"/>
                  </a:lnTo>
                  <a:lnTo>
                    <a:pt x="2065846" y="98785"/>
                  </a:lnTo>
                  <a:cubicBezTo>
                    <a:pt x="2079687" y="81372"/>
                    <a:pt x="2097769" y="72666"/>
                    <a:pt x="2120094" y="72666"/>
                  </a:cubicBezTo>
                  <a:close/>
                  <a:moveTo>
                    <a:pt x="1678241" y="72666"/>
                  </a:moveTo>
                  <a:cubicBezTo>
                    <a:pt x="1701794" y="72666"/>
                    <a:pt x="1720099" y="80423"/>
                    <a:pt x="1733159" y="95938"/>
                  </a:cubicBezTo>
                  <a:cubicBezTo>
                    <a:pt x="1746219" y="111454"/>
                    <a:pt x="1752749" y="133666"/>
                    <a:pt x="1752749" y="162576"/>
                  </a:cubicBezTo>
                  <a:lnTo>
                    <a:pt x="1752749" y="175468"/>
                  </a:lnTo>
                  <a:lnTo>
                    <a:pt x="1630021" y="175468"/>
                  </a:lnTo>
                  <a:cubicBezTo>
                    <a:pt x="1630468" y="193328"/>
                    <a:pt x="1635686" y="207755"/>
                    <a:pt x="1645676" y="218749"/>
                  </a:cubicBezTo>
                  <a:cubicBezTo>
                    <a:pt x="1655666" y="229744"/>
                    <a:pt x="1668363" y="235241"/>
                    <a:pt x="1683767" y="235241"/>
                  </a:cubicBezTo>
                  <a:cubicBezTo>
                    <a:pt x="1694706" y="235241"/>
                    <a:pt x="1703970" y="233009"/>
                    <a:pt x="1711560" y="228544"/>
                  </a:cubicBezTo>
                  <a:cubicBezTo>
                    <a:pt x="1719151" y="224079"/>
                    <a:pt x="1725792" y="218163"/>
                    <a:pt x="1731485" y="210796"/>
                  </a:cubicBezTo>
                  <a:lnTo>
                    <a:pt x="1750405" y="225530"/>
                  </a:lnTo>
                  <a:cubicBezTo>
                    <a:pt x="1735224" y="248859"/>
                    <a:pt x="1712453" y="260524"/>
                    <a:pt x="1682092" y="260524"/>
                  </a:cubicBezTo>
                  <a:cubicBezTo>
                    <a:pt x="1657536" y="260524"/>
                    <a:pt x="1637556" y="252459"/>
                    <a:pt x="1622152" y="236330"/>
                  </a:cubicBezTo>
                  <a:cubicBezTo>
                    <a:pt x="1606748" y="220201"/>
                    <a:pt x="1599046" y="198630"/>
                    <a:pt x="1599046" y="171617"/>
                  </a:cubicBezTo>
                  <a:lnTo>
                    <a:pt x="1599046" y="165925"/>
                  </a:lnTo>
                  <a:cubicBezTo>
                    <a:pt x="1599046" y="147954"/>
                    <a:pt x="1602479" y="131908"/>
                    <a:pt x="1609343" y="117788"/>
                  </a:cubicBezTo>
                  <a:cubicBezTo>
                    <a:pt x="1616208" y="103668"/>
                    <a:pt x="1625807" y="92618"/>
                    <a:pt x="1638142" y="84637"/>
                  </a:cubicBezTo>
                  <a:cubicBezTo>
                    <a:pt x="1650476" y="76656"/>
                    <a:pt x="1663842" y="72666"/>
                    <a:pt x="1678241" y="72666"/>
                  </a:cubicBezTo>
                  <a:close/>
                  <a:moveTo>
                    <a:pt x="1129624" y="72666"/>
                  </a:moveTo>
                  <a:cubicBezTo>
                    <a:pt x="1150162" y="72666"/>
                    <a:pt x="1166822" y="77968"/>
                    <a:pt x="1179602" y="88572"/>
                  </a:cubicBezTo>
                  <a:cubicBezTo>
                    <a:pt x="1192383" y="99175"/>
                    <a:pt x="1198773" y="112737"/>
                    <a:pt x="1198773" y="129257"/>
                  </a:cubicBezTo>
                  <a:lnTo>
                    <a:pt x="1167631" y="129257"/>
                  </a:lnTo>
                  <a:cubicBezTo>
                    <a:pt x="1167631" y="120774"/>
                    <a:pt x="1164031" y="113463"/>
                    <a:pt x="1156831" y="107324"/>
                  </a:cubicBezTo>
                  <a:cubicBezTo>
                    <a:pt x="1149632" y="101185"/>
                    <a:pt x="1140563" y="98115"/>
                    <a:pt x="1129624" y="98115"/>
                  </a:cubicBezTo>
                  <a:cubicBezTo>
                    <a:pt x="1118350" y="98115"/>
                    <a:pt x="1109532" y="100571"/>
                    <a:pt x="1103170" y="105482"/>
                  </a:cubicBezTo>
                  <a:cubicBezTo>
                    <a:pt x="1096807" y="110393"/>
                    <a:pt x="1093626" y="116811"/>
                    <a:pt x="1093626" y="124737"/>
                  </a:cubicBezTo>
                  <a:cubicBezTo>
                    <a:pt x="1093626" y="132215"/>
                    <a:pt x="1096584" y="137852"/>
                    <a:pt x="1102500" y="141647"/>
                  </a:cubicBezTo>
                  <a:cubicBezTo>
                    <a:pt x="1108416" y="145442"/>
                    <a:pt x="1119104" y="149070"/>
                    <a:pt x="1134563" y="152530"/>
                  </a:cubicBezTo>
                  <a:cubicBezTo>
                    <a:pt x="1150023" y="155990"/>
                    <a:pt x="1162552" y="160120"/>
                    <a:pt x="1172151" y="164920"/>
                  </a:cubicBezTo>
                  <a:cubicBezTo>
                    <a:pt x="1181751" y="169720"/>
                    <a:pt x="1188867" y="175496"/>
                    <a:pt x="1193499" y="182249"/>
                  </a:cubicBezTo>
                  <a:cubicBezTo>
                    <a:pt x="1198131" y="189002"/>
                    <a:pt x="1200447" y="197234"/>
                    <a:pt x="1200447" y="206945"/>
                  </a:cubicBezTo>
                  <a:cubicBezTo>
                    <a:pt x="1200447" y="223131"/>
                    <a:pt x="1193973" y="236107"/>
                    <a:pt x="1181025" y="245873"/>
                  </a:cubicBezTo>
                  <a:cubicBezTo>
                    <a:pt x="1168077" y="255640"/>
                    <a:pt x="1151278" y="260524"/>
                    <a:pt x="1130628" y="260524"/>
                  </a:cubicBezTo>
                  <a:cubicBezTo>
                    <a:pt x="1116118" y="260524"/>
                    <a:pt x="1103281" y="257956"/>
                    <a:pt x="1092119" y="252822"/>
                  </a:cubicBezTo>
                  <a:cubicBezTo>
                    <a:pt x="1080957" y="247687"/>
                    <a:pt x="1072223" y="240516"/>
                    <a:pt x="1065916" y="231307"/>
                  </a:cubicBezTo>
                  <a:cubicBezTo>
                    <a:pt x="1059610" y="222098"/>
                    <a:pt x="1056456" y="212136"/>
                    <a:pt x="1056456" y="201420"/>
                  </a:cubicBezTo>
                  <a:lnTo>
                    <a:pt x="1087431" y="201420"/>
                  </a:lnTo>
                  <a:cubicBezTo>
                    <a:pt x="1087989" y="211801"/>
                    <a:pt x="1092147" y="220033"/>
                    <a:pt x="1099905" y="226116"/>
                  </a:cubicBezTo>
                  <a:cubicBezTo>
                    <a:pt x="1107662" y="232200"/>
                    <a:pt x="1117904" y="235241"/>
                    <a:pt x="1130628" y="235241"/>
                  </a:cubicBezTo>
                  <a:cubicBezTo>
                    <a:pt x="1142349" y="235241"/>
                    <a:pt x="1151753" y="232869"/>
                    <a:pt x="1158841" y="228126"/>
                  </a:cubicBezTo>
                  <a:cubicBezTo>
                    <a:pt x="1165929" y="223382"/>
                    <a:pt x="1169473" y="217047"/>
                    <a:pt x="1169473" y="209122"/>
                  </a:cubicBezTo>
                  <a:cubicBezTo>
                    <a:pt x="1169473" y="200751"/>
                    <a:pt x="1166319" y="194249"/>
                    <a:pt x="1160013" y="189616"/>
                  </a:cubicBezTo>
                  <a:cubicBezTo>
                    <a:pt x="1153706" y="184984"/>
                    <a:pt x="1142711" y="180994"/>
                    <a:pt x="1127029" y="177645"/>
                  </a:cubicBezTo>
                  <a:cubicBezTo>
                    <a:pt x="1111346" y="174296"/>
                    <a:pt x="1098900" y="170278"/>
                    <a:pt x="1089691" y="165590"/>
                  </a:cubicBezTo>
                  <a:cubicBezTo>
                    <a:pt x="1080483" y="160902"/>
                    <a:pt x="1073674" y="155321"/>
                    <a:pt x="1069265" y="148847"/>
                  </a:cubicBezTo>
                  <a:cubicBezTo>
                    <a:pt x="1064856" y="142373"/>
                    <a:pt x="1062651" y="134671"/>
                    <a:pt x="1062651" y="125741"/>
                  </a:cubicBezTo>
                  <a:cubicBezTo>
                    <a:pt x="1062651" y="110896"/>
                    <a:pt x="1068930" y="98338"/>
                    <a:pt x="1081487" y="88069"/>
                  </a:cubicBezTo>
                  <a:cubicBezTo>
                    <a:pt x="1094045" y="77800"/>
                    <a:pt x="1110090" y="72666"/>
                    <a:pt x="1129624" y="72666"/>
                  </a:cubicBezTo>
                  <a:close/>
                  <a:moveTo>
                    <a:pt x="942472" y="35831"/>
                  </a:moveTo>
                  <a:cubicBezTo>
                    <a:pt x="928855" y="35831"/>
                    <a:pt x="917916" y="41049"/>
                    <a:pt x="909656" y="51485"/>
                  </a:cubicBezTo>
                  <a:cubicBezTo>
                    <a:pt x="901396" y="61922"/>
                    <a:pt x="897266" y="75679"/>
                    <a:pt x="897266" y="92757"/>
                  </a:cubicBezTo>
                  <a:cubicBezTo>
                    <a:pt x="897266" y="109389"/>
                    <a:pt x="901256" y="123090"/>
                    <a:pt x="909237" y="133862"/>
                  </a:cubicBezTo>
                  <a:cubicBezTo>
                    <a:pt x="917218" y="144633"/>
                    <a:pt x="927906" y="150019"/>
                    <a:pt x="941300" y="150019"/>
                  </a:cubicBezTo>
                  <a:cubicBezTo>
                    <a:pt x="951681" y="150019"/>
                    <a:pt x="961253" y="146838"/>
                    <a:pt x="970015" y="140475"/>
                  </a:cubicBezTo>
                  <a:cubicBezTo>
                    <a:pt x="978777" y="134113"/>
                    <a:pt x="985168" y="126243"/>
                    <a:pt x="989186" y="116867"/>
                  </a:cubicBezTo>
                  <a:lnTo>
                    <a:pt x="989186" y="104477"/>
                  </a:lnTo>
                  <a:cubicBezTo>
                    <a:pt x="989186" y="84163"/>
                    <a:pt x="984777" y="67643"/>
                    <a:pt x="975959" y="54918"/>
                  </a:cubicBezTo>
                  <a:cubicBezTo>
                    <a:pt x="967141" y="42193"/>
                    <a:pt x="955979" y="35831"/>
                    <a:pt x="942472" y="35831"/>
                  </a:cubicBezTo>
                  <a:close/>
                  <a:moveTo>
                    <a:pt x="1349108" y="10046"/>
                  </a:moveTo>
                  <a:cubicBezTo>
                    <a:pt x="1355136" y="10046"/>
                    <a:pt x="1359712" y="11776"/>
                    <a:pt x="1362837" y="15237"/>
                  </a:cubicBezTo>
                  <a:cubicBezTo>
                    <a:pt x="1365963" y="18697"/>
                    <a:pt x="1367526" y="22938"/>
                    <a:pt x="1367526" y="27961"/>
                  </a:cubicBezTo>
                  <a:cubicBezTo>
                    <a:pt x="1367526" y="32984"/>
                    <a:pt x="1365963" y="37170"/>
                    <a:pt x="1362837" y="40519"/>
                  </a:cubicBezTo>
                  <a:cubicBezTo>
                    <a:pt x="1359712" y="43867"/>
                    <a:pt x="1355136" y="45542"/>
                    <a:pt x="1349108" y="45542"/>
                  </a:cubicBezTo>
                  <a:cubicBezTo>
                    <a:pt x="1343081" y="45542"/>
                    <a:pt x="1338532" y="43867"/>
                    <a:pt x="1335462" y="40519"/>
                  </a:cubicBezTo>
                  <a:cubicBezTo>
                    <a:pt x="1332393" y="37170"/>
                    <a:pt x="1330858" y="32984"/>
                    <a:pt x="1330858" y="27961"/>
                  </a:cubicBezTo>
                  <a:cubicBezTo>
                    <a:pt x="1330858" y="22938"/>
                    <a:pt x="1332393" y="18697"/>
                    <a:pt x="1335462" y="15237"/>
                  </a:cubicBezTo>
                  <a:cubicBezTo>
                    <a:pt x="1338532" y="11776"/>
                    <a:pt x="1343081" y="10046"/>
                    <a:pt x="1349108" y="10046"/>
                  </a:cubicBezTo>
                  <a:close/>
                  <a:moveTo>
                    <a:pt x="942305" y="10046"/>
                  </a:moveTo>
                  <a:cubicBezTo>
                    <a:pt x="966415" y="10046"/>
                    <a:pt x="985419" y="19060"/>
                    <a:pt x="999316" y="37086"/>
                  </a:cubicBezTo>
                  <a:cubicBezTo>
                    <a:pt x="1013212" y="55113"/>
                    <a:pt x="1020161" y="79698"/>
                    <a:pt x="1020161" y="110840"/>
                  </a:cubicBezTo>
                  <a:lnTo>
                    <a:pt x="1020161" y="119881"/>
                  </a:lnTo>
                  <a:cubicBezTo>
                    <a:pt x="1020161" y="167320"/>
                    <a:pt x="1010785" y="201950"/>
                    <a:pt x="992032" y="223772"/>
                  </a:cubicBezTo>
                  <a:cubicBezTo>
                    <a:pt x="973280" y="245594"/>
                    <a:pt x="944984" y="256784"/>
                    <a:pt x="907144" y="257342"/>
                  </a:cubicBezTo>
                  <a:lnTo>
                    <a:pt x="901117" y="257342"/>
                  </a:lnTo>
                  <a:lnTo>
                    <a:pt x="901117" y="231056"/>
                  </a:lnTo>
                  <a:lnTo>
                    <a:pt x="907647" y="231056"/>
                  </a:lnTo>
                  <a:cubicBezTo>
                    <a:pt x="933208" y="230611"/>
                    <a:pt x="952853" y="223956"/>
                    <a:pt x="966583" y="211089"/>
                  </a:cubicBezTo>
                  <a:cubicBezTo>
                    <a:pt x="980312" y="198223"/>
                    <a:pt x="987791" y="177866"/>
                    <a:pt x="989018" y="150019"/>
                  </a:cubicBezTo>
                  <a:cubicBezTo>
                    <a:pt x="982545" y="157721"/>
                    <a:pt x="974815" y="163916"/>
                    <a:pt x="965829" y="168604"/>
                  </a:cubicBezTo>
                  <a:cubicBezTo>
                    <a:pt x="956844" y="173292"/>
                    <a:pt x="946993" y="175636"/>
                    <a:pt x="936278" y="175636"/>
                  </a:cubicBezTo>
                  <a:cubicBezTo>
                    <a:pt x="922213" y="175636"/>
                    <a:pt x="909963" y="172176"/>
                    <a:pt x="899526" y="165255"/>
                  </a:cubicBezTo>
                  <a:cubicBezTo>
                    <a:pt x="889090" y="158335"/>
                    <a:pt x="881025" y="148596"/>
                    <a:pt x="875332" y="136038"/>
                  </a:cubicBezTo>
                  <a:cubicBezTo>
                    <a:pt x="869640" y="123481"/>
                    <a:pt x="866793" y="109612"/>
                    <a:pt x="866793" y="94431"/>
                  </a:cubicBezTo>
                  <a:cubicBezTo>
                    <a:pt x="866793" y="78135"/>
                    <a:pt x="869891" y="63457"/>
                    <a:pt x="876086" y="50397"/>
                  </a:cubicBezTo>
                  <a:cubicBezTo>
                    <a:pt x="882281" y="37338"/>
                    <a:pt x="891071" y="27347"/>
                    <a:pt x="902456" y="20427"/>
                  </a:cubicBezTo>
                  <a:cubicBezTo>
                    <a:pt x="913842" y="13506"/>
                    <a:pt x="927125" y="10046"/>
                    <a:pt x="942305" y="10046"/>
                  </a:cubicBezTo>
                  <a:close/>
                  <a:moveTo>
                    <a:pt x="1530771" y="0"/>
                  </a:moveTo>
                  <a:lnTo>
                    <a:pt x="1561746" y="0"/>
                  </a:lnTo>
                  <a:lnTo>
                    <a:pt x="1561746" y="257175"/>
                  </a:lnTo>
                  <a:lnTo>
                    <a:pt x="1533283" y="257175"/>
                  </a:lnTo>
                  <a:lnTo>
                    <a:pt x="1531776" y="237753"/>
                  </a:lnTo>
                  <a:cubicBezTo>
                    <a:pt x="1519386" y="252933"/>
                    <a:pt x="1502141" y="260524"/>
                    <a:pt x="1480040" y="260524"/>
                  </a:cubicBezTo>
                  <a:cubicBezTo>
                    <a:pt x="1459055" y="260524"/>
                    <a:pt x="1441949" y="251929"/>
                    <a:pt x="1428722" y="234739"/>
                  </a:cubicBezTo>
                  <a:cubicBezTo>
                    <a:pt x="1415495" y="217549"/>
                    <a:pt x="1408881" y="195114"/>
                    <a:pt x="1408881" y="167432"/>
                  </a:cubicBezTo>
                  <a:lnTo>
                    <a:pt x="1408881" y="165088"/>
                  </a:lnTo>
                  <a:cubicBezTo>
                    <a:pt x="1408881" y="137294"/>
                    <a:pt x="1415467" y="114942"/>
                    <a:pt x="1428638" y="98031"/>
                  </a:cubicBezTo>
                  <a:cubicBezTo>
                    <a:pt x="1441809" y="81121"/>
                    <a:pt x="1459055" y="72666"/>
                    <a:pt x="1480375" y="72666"/>
                  </a:cubicBezTo>
                  <a:cubicBezTo>
                    <a:pt x="1501583" y="72666"/>
                    <a:pt x="1518381" y="79921"/>
                    <a:pt x="1530771" y="94431"/>
                  </a:cubicBezTo>
                  <a:close/>
                  <a:moveTo>
                    <a:pt x="1247645" y="0"/>
                  </a:moveTo>
                  <a:lnTo>
                    <a:pt x="1278619" y="0"/>
                  </a:lnTo>
                  <a:lnTo>
                    <a:pt x="1278619" y="257175"/>
                  </a:lnTo>
                  <a:lnTo>
                    <a:pt x="1247645" y="257175"/>
                  </a:lnTo>
                  <a:close/>
                </a:path>
              </a:pathLst>
            </a:custGeom>
            <a:solidFill>
              <a:srgbClr val="BFBFBF"/>
            </a:solidFill>
            <a:ln>
              <a:noFill/>
            </a:ln>
          </p:spPr>
          <p:txBody>
            <a:bodyPr anchorCtr="0" anchor="t" bIns="45700" lIns="91425" spcFirstLastPara="1" rIns="91425" wrap="square" tIns="45700">
              <a:noAutofit/>
            </a:bodyPr>
            <a:lstStyle/>
            <a:p>
              <a:pPr indent="0" lvl="0" marL="0" marR="0" rtl="0" algn="l">
                <a:lnSpc>
                  <a:spcPct val="100000"/>
                </a:lnSpc>
                <a:spcBef>
                  <a:spcPts val="0"/>
                </a:spcBef>
                <a:spcAft>
                  <a:spcPts val="0"/>
                </a:spcAft>
                <a:buClr>
                  <a:srgbClr val="000000"/>
                </a:buClr>
                <a:buSzPts val="2700"/>
                <a:buFont typeface="Arial"/>
                <a:buNone/>
              </a:pPr>
              <a:r>
                <a:t/>
              </a:r>
              <a:endParaRPr b="0" i="0" sz="2700" u="none" cap="none" strike="noStrike">
                <a:solidFill>
                  <a:srgbClr val="BFBFBF"/>
                </a:solidFill>
                <a:latin typeface="Oi"/>
                <a:ea typeface="Oi"/>
                <a:cs typeface="Oi"/>
                <a:sym typeface="Oi"/>
              </a:endParaRPr>
            </a:p>
          </p:txBody>
        </p:sp>
        <p:sp>
          <p:nvSpPr>
            <p:cNvPr id="19" name="Google Shape;19;p8"/>
            <p:cNvSpPr/>
            <p:nvPr/>
          </p:nvSpPr>
          <p:spPr>
            <a:xfrm>
              <a:off x="-2202100" y="-2224223"/>
              <a:ext cx="16596200" cy="11284323"/>
            </a:xfrm>
            <a:prstGeom prst="rect">
              <a:avLst/>
            </a:prstGeom>
            <a:noFill/>
            <a:ln>
              <a:noFill/>
            </a:ln>
          </p:spPr>
          <p:txBody>
            <a:bodyPr anchorCtr="0" anchor="ctr" bIns="45700" lIns="91425" spcFirstLastPara="1" rIns="91425" wrap="square" tIns="45700">
              <a:noAutofit/>
            </a:bodyPr>
            <a:lstStyle/>
            <a:p>
              <a:pPr indent="0" lvl="0" marL="0" marR="0" rtl="0" algn="ctr">
                <a:lnSpc>
                  <a:spcPct val="100000"/>
                </a:lnSpc>
                <a:spcBef>
                  <a:spcPts val="0"/>
                </a:spcBef>
                <a:spcAft>
                  <a:spcPts val="0"/>
                </a:spcAft>
                <a:buClr>
                  <a:srgbClr val="000000"/>
                </a:buClr>
                <a:buSzPts val="1800"/>
                <a:buFont typeface="Arial"/>
                <a:buNone/>
              </a:pPr>
              <a:r>
                <a:t/>
              </a:r>
              <a:endParaRPr b="0" i="0" sz="1800" u="none" cap="none" strike="noStrike">
                <a:solidFill>
                  <a:schemeClr val="lt1"/>
                </a:solidFill>
                <a:latin typeface="Oi"/>
                <a:ea typeface="Oi"/>
                <a:cs typeface="Oi"/>
                <a:sym typeface="Oi"/>
              </a:endParaRPr>
            </a:p>
          </p:txBody>
        </p:sp>
      </p:grpSp>
    </p:spTree>
  </p:cSld>
  <p:clrMap accent1="accent1" accent2="accent2" accent3="accent3" accent4="accent4" accent5="accent5" accent6="accent6" bg1="lt1" bg2="dk2" tx1="dk1" tx2="lt2" folHlink="folHlink" hlink="hlink"/>
  <p:sldLayoutIdLst>
    <p:sldLayoutId id="2147483649" r:id="rId1"/>
    <p:sldLayoutId id="2147483650" r:id="rId2"/>
    <p:sldLayoutId id="2147483651" r:id="rId3"/>
    <p:sldLayoutId id="2147483652" r:id="rId4"/>
    <p:sldLayoutId id="2147483653" r:id="rId5"/>
    <p:sldLayoutId id="2147483654" r:id="rId6"/>
  </p:sldLayoutIdLst>
  <mc:AlternateContent>
    <mc:Choice Requires="p14">
      <p:transition spd="slow" p14:dur="700">
        <p:fade/>
      </p:transition>
    </mc:Choice>
    <mc:Fallback>
      <p:transition spd="slow">
        <p:fade/>
      </p:transition>
    </mc:Fallback>
  </mc:AlternateConten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 Id="rId4" Type="http://schemas.openxmlformats.org/officeDocument/2006/relationships/image" Target="../media/image22.png"/><Relationship Id="rId5" Type="http://schemas.openxmlformats.org/officeDocument/2006/relationships/image" Target="../media/image6.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6.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8.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5.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6.xml"/><Relationship Id="rId3" Type="http://schemas.openxmlformats.org/officeDocument/2006/relationships/image" Target="../media/image1.jpg"/><Relationship Id="rId4" Type="http://schemas.openxmlformats.org/officeDocument/2006/relationships/image" Target="../media/image6.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7.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3.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8.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9.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9.xml"/><Relationship Id="rId3" Type="http://schemas.openxmlformats.org/officeDocument/2006/relationships/image" Target="../media/image1.jpg"/><Relationship Id="rId4" Type="http://schemas.openxmlformats.org/officeDocument/2006/relationships/image" Target="../media/image6.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0.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0.png"/></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1.xml"/><Relationship Id="rId3" Type="http://schemas.openxmlformats.org/officeDocument/2006/relationships/image" Target="../media/image1.jpg"/><Relationship Id="rId4" Type="http://schemas.openxmlformats.org/officeDocument/2006/relationships/image" Target="../media/image6.png"/></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2.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5.png"/><Relationship Id="rId6" Type="http://schemas.openxmlformats.org/officeDocument/2006/relationships/image" Target="../media/image11.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3.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2.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4.xml"/><Relationship Id="rId3" Type="http://schemas.openxmlformats.org/officeDocument/2006/relationships/image" Target="../media/image1.jpg"/><Relationship Id="rId4" Type="http://schemas.openxmlformats.org/officeDocument/2006/relationships/image" Target="../media/image6.png"/></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5.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3.png"/><Relationship Id="rId6" Type="http://schemas.openxmlformats.org/officeDocument/2006/relationships/image" Target="../media/image20.png"/></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6.xml"/><Relationship Id="rId3" Type="http://schemas.openxmlformats.org/officeDocument/2006/relationships/image" Target="../media/image1.jpg"/><Relationship Id="rId4" Type="http://schemas.openxmlformats.org/officeDocument/2006/relationships/image" Target="../media/image6.png"/></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7.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6.png"/></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8.xml"/><Relationship Id="rId3" Type="http://schemas.openxmlformats.org/officeDocument/2006/relationships/image" Target="../media/image1.jpg"/><Relationship Id="rId4" Type="http://schemas.openxmlformats.org/officeDocument/2006/relationships/image" Target="../media/image6.png"/></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19.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3.png"/><Relationship Id="rId6" Type="http://schemas.openxmlformats.org/officeDocument/2006/relationships/image" Target="../media/image19.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0.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4.png"/><Relationship Id="rId6" Type="http://schemas.openxmlformats.org/officeDocument/2006/relationships/image" Target="../media/image14.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1.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1.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2.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18.png"/><Relationship Id="rId6" Type="http://schemas.openxmlformats.org/officeDocument/2006/relationships/image" Target="../media/image17.png"/><Relationship Id="rId7" Type="http://schemas.openxmlformats.org/officeDocument/2006/relationships/image" Target="../media/image25.png"/></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3.xml"/><Relationship Id="rId3" Type="http://schemas.openxmlformats.org/officeDocument/2006/relationships/image" Target="../media/image1.jpg"/><Relationship Id="rId4" Type="http://schemas.openxmlformats.org/officeDocument/2006/relationships/image" Target="../media/image6.png"/><Relationship Id="rId5" Type="http://schemas.openxmlformats.org/officeDocument/2006/relationships/image" Target="../media/image26.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8" name="Shape 58"/>
        <p:cNvGrpSpPr/>
        <p:nvPr/>
      </p:nvGrpSpPr>
      <p:grpSpPr>
        <a:xfrm>
          <a:off x="0" y="0"/>
          <a:ext cx="0" cy="0"/>
          <a:chOff x="0" y="0"/>
          <a:chExt cx="0" cy="0"/>
        </a:xfrm>
      </p:grpSpPr>
      <p:pic>
        <p:nvPicPr>
          <p:cNvPr id="59" name="Google Shape;59;p15"/>
          <p:cNvPicPr preferRelativeResize="0"/>
          <p:nvPr/>
        </p:nvPicPr>
        <p:blipFill rotWithShape="1">
          <a:blip r:embed="rId3">
            <a:alphaModFix/>
          </a:blip>
          <a:srcRect b="0" l="0" r="0" t="0"/>
          <a:stretch/>
        </p:blipFill>
        <p:spPr>
          <a:xfrm>
            <a:off x="-263300" y="-147937"/>
            <a:ext cx="12192000" cy="6858000"/>
          </a:xfrm>
          <a:prstGeom prst="rect">
            <a:avLst/>
          </a:prstGeom>
          <a:noFill/>
          <a:ln>
            <a:noFill/>
          </a:ln>
        </p:spPr>
      </p:pic>
      <p:sp>
        <p:nvSpPr>
          <p:cNvPr id="60" name="Google Shape;60;p15"/>
          <p:cNvSpPr txBox="1"/>
          <p:nvPr/>
        </p:nvSpPr>
        <p:spPr>
          <a:xfrm>
            <a:off x="304800" y="1773588"/>
            <a:ext cx="462642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54A8D"/>
                </a:solidFill>
                <a:latin typeface="Arial"/>
                <a:ea typeface="Arial"/>
                <a:cs typeface="Arial"/>
                <a:sym typeface="Arial"/>
              </a:rPr>
              <a:t>Lập trình Java</a:t>
            </a:r>
            <a:endParaRPr/>
          </a:p>
        </p:txBody>
      </p:sp>
      <p:pic>
        <p:nvPicPr>
          <p:cNvPr id="61" name="Google Shape;61;p15"/>
          <p:cNvPicPr preferRelativeResize="0"/>
          <p:nvPr/>
        </p:nvPicPr>
        <p:blipFill rotWithShape="1">
          <a:blip r:embed="rId4">
            <a:alphaModFix/>
          </a:blip>
          <a:srcRect b="0" l="0" r="0" t="0"/>
          <a:stretch/>
        </p:blipFill>
        <p:spPr>
          <a:xfrm>
            <a:off x="4681850" y="914400"/>
            <a:ext cx="7445124" cy="5029200"/>
          </a:xfrm>
          <a:prstGeom prst="rect">
            <a:avLst/>
          </a:prstGeom>
          <a:noFill/>
          <a:ln>
            <a:noFill/>
          </a:ln>
        </p:spPr>
      </p:pic>
      <p:pic>
        <p:nvPicPr>
          <p:cNvPr id="62" name="Google Shape;62;p15"/>
          <p:cNvPicPr preferRelativeResize="0"/>
          <p:nvPr/>
        </p:nvPicPr>
        <p:blipFill rotWithShape="1">
          <a:blip r:embed="rId5">
            <a:alphaModFix/>
          </a:blip>
          <a:srcRect b="0" l="0" r="0" t="0"/>
          <a:stretch/>
        </p:blipFill>
        <p:spPr>
          <a:xfrm>
            <a:off x="304800" y="228600"/>
            <a:ext cx="1143000" cy="821245"/>
          </a:xfrm>
          <a:prstGeom prst="rect">
            <a:avLst/>
          </a:prstGeom>
          <a:noFill/>
          <a:ln>
            <a:noFill/>
          </a:ln>
        </p:spPr>
      </p:pic>
      <p:sp>
        <p:nvSpPr>
          <p:cNvPr id="63" name="Google Shape;63;p15"/>
          <p:cNvSpPr/>
          <p:nvPr/>
        </p:nvSpPr>
        <p:spPr>
          <a:xfrm>
            <a:off x="-266700" y="4067031"/>
            <a:ext cx="2753046" cy="237641"/>
          </a:xfrm>
          <a:custGeom>
            <a:rect b="b" l="l" r="r" t="t"/>
            <a:pathLst>
              <a:path extrusionOk="0" h="247014" w="3429000">
                <a:moveTo>
                  <a:pt x="3429000" y="0"/>
                </a:moveTo>
                <a:lnTo>
                  <a:pt x="0" y="0"/>
                </a:lnTo>
                <a:lnTo>
                  <a:pt x="0" y="246887"/>
                </a:lnTo>
                <a:lnTo>
                  <a:pt x="3429000" y="246887"/>
                </a:lnTo>
                <a:lnTo>
                  <a:pt x="3429000" y="0"/>
                </a:lnTo>
                <a:close/>
              </a:path>
            </a:pathLst>
          </a:custGeom>
          <a:solidFill>
            <a:srgbClr val="36365C"/>
          </a:solidFill>
          <a:ln>
            <a:noFill/>
          </a:ln>
        </p:spPr>
        <p:txBody>
          <a:bodyPr anchorCtr="0" anchor="t" bIns="0" lIns="0" spcFirstLastPara="1" rIns="0" wrap="square" tIns="0">
            <a:noAutofit/>
          </a:bodyPr>
          <a:lstStyle/>
          <a:p>
            <a:pPr indent="0" lvl="0" marL="0" marR="0" rtl="0" algn="l">
              <a:lnSpc>
                <a:spcPct val="100000"/>
              </a:lnSpc>
              <a:spcBef>
                <a:spcPts val="0"/>
              </a:spcBef>
              <a:spcAft>
                <a:spcPts val="0"/>
              </a:spcAft>
              <a:buNone/>
            </a:pPr>
            <a:r>
              <a:t/>
            </a:r>
            <a:endParaRPr b="0" i="0" sz="1400" u="none" cap="none" strike="noStrike">
              <a:solidFill>
                <a:srgbClr val="000000"/>
              </a:solidFill>
              <a:latin typeface="Arial"/>
              <a:ea typeface="Arial"/>
              <a:cs typeface="Arial"/>
              <a:sym typeface="Arial"/>
            </a:endParaRPr>
          </a:p>
        </p:txBody>
      </p:sp>
      <p:sp>
        <p:nvSpPr>
          <p:cNvPr id="64" name="Google Shape;64;p15"/>
          <p:cNvSpPr txBox="1"/>
          <p:nvPr/>
        </p:nvSpPr>
        <p:spPr>
          <a:xfrm>
            <a:off x="304800" y="4067031"/>
            <a:ext cx="2479401" cy="228268"/>
          </a:xfrm>
          <a:prstGeom prst="rect">
            <a:avLst/>
          </a:prstGeom>
          <a:noFill/>
          <a:ln>
            <a:noFill/>
          </a:ln>
        </p:spPr>
        <p:txBody>
          <a:bodyPr anchorCtr="0" anchor="t" bIns="0" lIns="0" spcFirstLastPara="1" rIns="0" wrap="square" tIns="12700">
            <a:spAutoFit/>
          </a:bodyPr>
          <a:lstStyle/>
          <a:p>
            <a:pPr indent="0" lvl="0" marL="12700" marR="0" rtl="0" algn="l">
              <a:lnSpc>
                <a:spcPct val="100000"/>
              </a:lnSpc>
              <a:spcBef>
                <a:spcPts val="0"/>
              </a:spcBef>
              <a:spcAft>
                <a:spcPts val="0"/>
              </a:spcAft>
              <a:buNone/>
            </a:pPr>
            <a:r>
              <a:rPr b="0" i="0" lang="en-US" sz="1400" u="none" cap="none" strike="noStrike">
                <a:solidFill>
                  <a:schemeClr val="lt1"/>
                </a:solidFill>
                <a:latin typeface="Arial"/>
                <a:ea typeface="Arial"/>
                <a:cs typeface="Arial"/>
                <a:sym typeface="Arial"/>
              </a:rPr>
              <a:t>GV Nguyễn Đắc Kiên</a:t>
            </a:r>
            <a:endParaRPr b="0" i="0" sz="1400" u="none" cap="none" strike="noStrike">
              <a:solidFill>
                <a:schemeClr val="lt1"/>
              </a:solidFill>
              <a:latin typeface="Arial"/>
              <a:ea typeface="Arial"/>
              <a:cs typeface="Arial"/>
              <a:sym typeface="Arial"/>
            </a:endParaRPr>
          </a:p>
        </p:txBody>
      </p:sp>
      <p:sp>
        <p:nvSpPr>
          <p:cNvPr id="65" name="Google Shape;65;p15"/>
          <p:cNvSpPr txBox="1"/>
          <p:nvPr/>
        </p:nvSpPr>
        <p:spPr>
          <a:xfrm>
            <a:off x="1270884" y="2612533"/>
            <a:ext cx="4626428" cy="615553"/>
          </a:xfrm>
          <a:prstGeom prst="rect">
            <a:avLst/>
          </a:prstGeom>
          <a:noFill/>
          <a:ln>
            <a:noFill/>
          </a:ln>
        </p:spPr>
        <p:txBody>
          <a:bodyPr anchorCtr="0" anchor="t" bIns="0" lIns="0" spcFirstLastPara="1" rIns="0" wrap="square" tIns="0">
            <a:spAutoFit/>
          </a:bodyPr>
          <a:lstStyle/>
          <a:p>
            <a:pPr indent="0" lvl="0" marL="0" marR="0" rtl="0" algn="l">
              <a:lnSpc>
                <a:spcPct val="100000"/>
              </a:lnSpc>
              <a:spcBef>
                <a:spcPts val="0"/>
              </a:spcBef>
              <a:spcAft>
                <a:spcPts val="0"/>
              </a:spcAft>
              <a:buNone/>
            </a:pPr>
            <a:r>
              <a:rPr b="1" i="0" lang="en-US" sz="4000" u="none" cap="none" strike="noStrike">
                <a:solidFill>
                  <a:srgbClr val="154A8D"/>
                </a:solidFill>
                <a:latin typeface="Arial"/>
                <a:ea typeface="Arial"/>
                <a:cs typeface="Arial"/>
                <a:sym typeface="Arial"/>
              </a:rPr>
              <a:t>Tên bài học</a:t>
            </a:r>
            <a:endParaRPr b="1" i="0" sz="4000" u="none" cap="none" strike="noStrike">
              <a:solidFill>
                <a:srgbClr val="154A8D"/>
              </a:solidFill>
              <a:latin typeface="Arial"/>
              <a:ea typeface="Arial"/>
              <a:cs typeface="Arial"/>
              <a:sym typeface="Arial"/>
            </a:endParaRPr>
          </a:p>
        </p:txBody>
      </p:sp>
    </p:spTree>
  </p:cSld>
  <p:clrMapOvr>
    <a:masterClrMapping/>
  </p:clrMapOvr>
  <p:transition>
    <p:fade/>
  </p:transition>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9" name="Shape 69"/>
        <p:cNvGrpSpPr/>
        <p:nvPr/>
      </p:nvGrpSpPr>
      <p:grpSpPr>
        <a:xfrm>
          <a:off x="0" y="0"/>
          <a:ext cx="0" cy="0"/>
          <a:chOff x="0" y="0"/>
          <a:chExt cx="0" cy="0"/>
        </a:xfrm>
      </p:grpSpPr>
      <p:pic>
        <p:nvPicPr>
          <p:cNvPr id="70" name="Google Shape;70;p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71" name="Google Shape;71;p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72" name="Google Shape;72;p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Nội dung </a:t>
            </a:r>
            <a:endParaRPr b="1" sz="2800">
              <a:latin typeface="Times New Roman"/>
              <a:ea typeface="Times New Roman"/>
              <a:cs typeface="Times New Roman"/>
              <a:sym typeface="Times New Roman"/>
            </a:endParaRPr>
          </a:p>
        </p:txBody>
      </p:sp>
      <p:sp>
        <p:nvSpPr>
          <p:cNvPr id="73" name="Google Shape;73;p4"/>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Định nghĩa</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Phương thức để đạt tính đa hình trong Java</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Phân loại đa hình </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Upcasting và Downcasting</a:t>
            </a:r>
            <a:endParaRPr sz="2400">
              <a:latin typeface="Times New Roman"/>
              <a:ea typeface="Times New Roman"/>
              <a:cs typeface="Times New Roman"/>
              <a:sym typeface="Times New Roman"/>
            </a:endParaRPr>
          </a:p>
          <a:p>
            <a:pPr indent="-457200" lvl="0" marL="571500" rtl="0" algn="l">
              <a:lnSpc>
                <a:spcPct val="90000"/>
              </a:lnSpc>
              <a:spcBef>
                <a:spcPts val="1000"/>
              </a:spcBef>
              <a:spcAft>
                <a:spcPts val="0"/>
              </a:spcAft>
              <a:buSzPts val="1800"/>
              <a:buFont typeface="Arial"/>
              <a:buAutoNum type="arabicPeriod"/>
            </a:pPr>
            <a:r>
              <a:rPr lang="en-US" sz="2400">
                <a:latin typeface="Times New Roman"/>
                <a:ea typeface="Times New Roman"/>
                <a:cs typeface="Times New Roman"/>
                <a:sym typeface="Times New Roman"/>
              </a:rPr>
              <a:t>Instance of </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74" name="Google Shape;74;p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8" name="Shape 78"/>
        <p:cNvGrpSpPr/>
        <p:nvPr/>
      </p:nvGrpSpPr>
      <p:grpSpPr>
        <a:xfrm>
          <a:off x="0" y="0"/>
          <a:ext cx="0" cy="0"/>
          <a:chOff x="0" y="0"/>
          <a:chExt cx="0" cy="0"/>
        </a:xfrm>
      </p:grpSpPr>
      <p:pic>
        <p:nvPicPr>
          <p:cNvPr id="79" name="Google Shape;79;p16"/>
          <p:cNvPicPr preferRelativeResize="0"/>
          <p:nvPr/>
        </p:nvPicPr>
        <p:blipFill rotWithShape="1">
          <a:blip r:embed="rId3">
            <a:alphaModFix/>
          </a:blip>
          <a:srcRect b="0" l="0" r="0" t="0"/>
          <a:stretch/>
        </p:blipFill>
        <p:spPr>
          <a:xfrm>
            <a:off x="0" y="152400"/>
            <a:ext cx="12192000" cy="6858001"/>
          </a:xfrm>
          <a:prstGeom prst="rect">
            <a:avLst/>
          </a:prstGeom>
          <a:noFill/>
          <a:ln>
            <a:noFill/>
          </a:ln>
        </p:spPr>
      </p:pic>
      <p:pic>
        <p:nvPicPr>
          <p:cNvPr id="80" name="Google Shape;80;p1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81" name="Google Shape;81;p1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1) Định nghĩa</a:t>
            </a:r>
            <a:endParaRPr b="1" sz="2800">
              <a:latin typeface="Times New Roman"/>
              <a:ea typeface="Times New Roman"/>
              <a:cs typeface="Times New Roman"/>
              <a:sym typeface="Times New Roman"/>
            </a:endParaRPr>
          </a:p>
        </p:txBody>
      </p:sp>
      <p:sp>
        <p:nvSpPr>
          <p:cNvPr id="82" name="Google Shape;82;p16"/>
          <p:cNvSpPr txBox="1"/>
          <p:nvPr>
            <p:ph idx="1" type="body"/>
          </p:nvPr>
        </p:nvSpPr>
        <p:spPr>
          <a:xfrm>
            <a:off x="838200" y="1613042"/>
            <a:ext cx="6949611" cy="4777483"/>
          </a:xfrm>
          <a:prstGeom prst="rect">
            <a:avLst/>
          </a:prstGeom>
          <a:noFill/>
          <a:ln>
            <a:noFill/>
          </a:ln>
        </p:spPr>
        <p:txBody>
          <a:bodyPr anchorCtr="0" anchor="t" bIns="45700" lIns="91425" spcFirstLastPara="1" rIns="91425" wrap="square" tIns="45700">
            <a:normAutofit fontScale="85000" lnSpcReduction="20000"/>
          </a:bodyPr>
          <a:lstStyle/>
          <a:p>
            <a:pPr indent="-325755" lvl="0" marL="457200" rtl="0" algn="l">
              <a:lnSpc>
                <a:spcPct val="90000"/>
              </a:lnSpc>
              <a:spcBef>
                <a:spcPts val="1000"/>
              </a:spcBef>
              <a:spcAft>
                <a:spcPts val="0"/>
              </a:spcAft>
              <a:buClr>
                <a:schemeClr val="dk1"/>
              </a:buClr>
              <a:buSzPct val="75000"/>
              <a:buChar char="•"/>
            </a:pPr>
            <a:r>
              <a:rPr lang="en-US" sz="2400">
                <a:latin typeface="Times New Roman"/>
                <a:ea typeface="Times New Roman"/>
                <a:cs typeface="Times New Roman"/>
                <a:sym typeface="Times New Roman"/>
              </a:rPr>
              <a:t>Đa hình là gì:</a:t>
            </a:r>
            <a:endParaRPr/>
          </a:p>
          <a:p>
            <a:pPr indent="-325755" lvl="1" marL="914400" rtl="0" algn="l">
              <a:lnSpc>
                <a:spcPct val="90000"/>
              </a:lnSpc>
              <a:spcBef>
                <a:spcPts val="500"/>
              </a:spcBef>
              <a:spcAft>
                <a:spcPts val="0"/>
              </a:spcAft>
              <a:buSzPct val="90000"/>
              <a:buFont typeface="Noto Sans Symbols"/>
              <a:buChar char="❑"/>
            </a:pPr>
            <a:r>
              <a:rPr lang="en-US" sz="2000">
                <a:latin typeface="Times New Roman"/>
                <a:ea typeface="Times New Roman"/>
                <a:cs typeface="Times New Roman"/>
                <a:sym typeface="Times New Roman"/>
              </a:rPr>
              <a:t>Trong lập trình, đa hình giúp chúng ta thực hiện một hành động bằng nhiều cách khác nhau tại nhiều thời điểm. Hoặc một đối tượng có thể đóng vai trò là một đối tượng khác trong các thời điểm khác nhau</a:t>
            </a:r>
            <a:endParaRPr/>
          </a:p>
          <a:p>
            <a:pPr indent="-325755" lvl="1" marL="914400" rtl="0" algn="l">
              <a:lnSpc>
                <a:spcPct val="90000"/>
              </a:lnSpc>
              <a:spcBef>
                <a:spcPts val="500"/>
              </a:spcBef>
              <a:spcAft>
                <a:spcPts val="0"/>
              </a:spcAft>
              <a:buSzPct val="90000"/>
              <a:buFont typeface="Noto Sans Symbols"/>
              <a:buChar char="❑"/>
            </a:pPr>
            <a:r>
              <a:rPr lang="en-US" sz="2000">
                <a:latin typeface="Times New Roman"/>
                <a:ea typeface="Times New Roman"/>
                <a:cs typeface="Times New Roman"/>
                <a:sym typeface="Times New Roman"/>
              </a:rPr>
              <a:t>Được thể hiện qua việc cho phép một biến tham chiếu có thể trỏ tới các đối </a:t>
            </a:r>
            <a:r>
              <a:rPr lang="en-US" sz="2000">
                <a:latin typeface="Times New Roman"/>
                <a:ea typeface="Times New Roman"/>
                <a:cs typeface="Times New Roman"/>
                <a:sym typeface="Times New Roman"/>
              </a:rPr>
              <a:t>tượng</a:t>
            </a:r>
            <a:r>
              <a:rPr lang="en-US" sz="2000">
                <a:latin typeface="Times New Roman"/>
                <a:ea typeface="Times New Roman"/>
                <a:cs typeface="Times New Roman"/>
                <a:sym typeface="Times New Roman"/>
              </a:rPr>
              <a:t> thuộc các lớp khác nhau. Miễn là chúng kế thừa từ một lớp chung </a:t>
            </a:r>
            <a:endParaRPr sz="2000">
              <a:latin typeface="Times New Roman"/>
              <a:ea typeface="Times New Roman"/>
              <a:cs typeface="Times New Roman"/>
              <a:sym typeface="Times New Roman"/>
            </a:endParaRPr>
          </a:p>
          <a:p>
            <a:pPr indent="-325755" lvl="1" marL="914400" rtl="0" algn="l">
              <a:lnSpc>
                <a:spcPct val="90000"/>
              </a:lnSpc>
              <a:spcBef>
                <a:spcPts val="500"/>
              </a:spcBef>
              <a:spcAft>
                <a:spcPts val="0"/>
              </a:spcAft>
              <a:buSzPct val="90000"/>
              <a:buFont typeface="Noto Sans Symbols"/>
              <a:buChar char="❑"/>
            </a:pPr>
            <a:r>
              <a:rPr lang="en-US" sz="2000">
                <a:latin typeface="Times New Roman"/>
                <a:ea typeface="Times New Roman"/>
                <a:cs typeface="Times New Roman"/>
                <a:sym typeface="Times New Roman"/>
              </a:rPr>
              <a:t>Ví dụ thực tế:</a:t>
            </a:r>
            <a:endParaRPr/>
          </a:p>
          <a:p>
            <a:pPr indent="-325755" lvl="2" marL="1371600" rtl="0" algn="l">
              <a:lnSpc>
                <a:spcPct val="90000"/>
              </a:lnSpc>
              <a:spcBef>
                <a:spcPts val="500"/>
              </a:spcBef>
              <a:spcAft>
                <a:spcPts val="0"/>
              </a:spcAft>
              <a:buSzPct val="112500"/>
              <a:buFont typeface="Courier New"/>
              <a:buChar char="o"/>
            </a:pPr>
            <a:r>
              <a:rPr lang="en-US" sz="1600">
                <a:latin typeface="Times New Roman"/>
                <a:ea typeface="Times New Roman"/>
                <a:cs typeface="Times New Roman"/>
                <a:sym typeface="Times New Roman"/>
              </a:rPr>
              <a:t>Cùng là một nhân viên trong công ty và cùng là chức năng nhận lương. Nếu nhân viên ở chức vụ nhân viên sẽ nhận được mức lương khác, khi anh ta là giám đốc sẽ nhận được mức lương khác. Khi anh ta là bảo vệ lại nhận được mức lương khác.</a:t>
            </a:r>
            <a:endParaRPr/>
          </a:p>
          <a:p>
            <a:pPr indent="-325755" lvl="2" marL="1371600" rtl="0" algn="l">
              <a:lnSpc>
                <a:spcPct val="90000"/>
              </a:lnSpc>
              <a:spcBef>
                <a:spcPts val="500"/>
              </a:spcBef>
              <a:spcAft>
                <a:spcPts val="0"/>
              </a:spcAft>
              <a:buSzPct val="112500"/>
              <a:buFont typeface="Courier New"/>
              <a:buChar char="o"/>
            </a:pPr>
            <a:r>
              <a:rPr lang="en-US" sz="1600">
                <a:latin typeface="Times New Roman"/>
                <a:ea typeface="Times New Roman"/>
                <a:cs typeface="Times New Roman"/>
                <a:sym typeface="Times New Roman"/>
              </a:rPr>
              <a:t>Trong ảnh minh họa cùng là các con vật với tiếng kêu. Nếu con vật ở hình dạng con mèo sẽ kêu “meo”, vịt sẽ kêu “Quack” và chó thì sẽ kêu kiểu khác</a:t>
            </a:r>
            <a:endParaRPr sz="1600">
              <a:latin typeface="Times New Roman"/>
              <a:ea typeface="Times New Roman"/>
              <a:cs typeface="Times New Roman"/>
              <a:sym typeface="Times New Roman"/>
            </a:endParaRPr>
          </a:p>
          <a:p>
            <a:pPr indent="-228600" lvl="1" marL="914400" rtl="0" algn="l">
              <a:lnSpc>
                <a:spcPct val="90000"/>
              </a:lnSpc>
              <a:spcBef>
                <a:spcPts val="500"/>
              </a:spcBef>
              <a:spcAft>
                <a:spcPts val="0"/>
              </a:spcAft>
              <a:buSzPct val="90000"/>
              <a:buFont typeface="Noto Sans Symbols"/>
              <a:buNone/>
            </a:pPr>
            <a:r>
              <a:t/>
            </a:r>
            <a:endParaRPr sz="20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ct val="750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ct val="750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ct val="750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ct val="75000"/>
              <a:buNone/>
            </a:pPr>
            <a:r>
              <a:t/>
            </a:r>
            <a:endParaRPr sz="2400">
              <a:latin typeface="Times New Roman"/>
              <a:ea typeface="Times New Roman"/>
              <a:cs typeface="Times New Roman"/>
              <a:sym typeface="Times New Roman"/>
            </a:endParaRPr>
          </a:p>
        </p:txBody>
      </p:sp>
      <p:sp>
        <p:nvSpPr>
          <p:cNvPr id="83" name="Google Shape;83;p1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84" name="Google Shape;84;p16"/>
          <p:cNvPicPr preferRelativeResize="0"/>
          <p:nvPr/>
        </p:nvPicPr>
        <p:blipFill rotWithShape="1">
          <a:blip r:embed="rId5">
            <a:alphaModFix/>
          </a:blip>
          <a:srcRect b="0" l="0" r="0" t="0"/>
          <a:stretch/>
        </p:blipFill>
        <p:spPr>
          <a:xfrm>
            <a:off x="7726166" y="2021440"/>
            <a:ext cx="4006508" cy="3621410"/>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8" name="Shape 88"/>
        <p:cNvGrpSpPr/>
        <p:nvPr/>
      </p:nvGrpSpPr>
      <p:grpSpPr>
        <a:xfrm>
          <a:off x="0" y="0"/>
          <a:ext cx="0" cy="0"/>
          <a:chOff x="0" y="0"/>
          <a:chExt cx="0" cy="0"/>
        </a:xfrm>
      </p:grpSpPr>
      <p:pic>
        <p:nvPicPr>
          <p:cNvPr id="89" name="Google Shape;89;p1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90" name="Google Shape;90;p1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91" name="Google Shape;91;p1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2) Phương thức để đạt tính đa hình trong Java</a:t>
            </a:r>
            <a:endParaRPr b="1" sz="2800">
              <a:latin typeface="Times New Roman"/>
              <a:ea typeface="Times New Roman"/>
              <a:cs typeface="Times New Roman"/>
              <a:sym typeface="Times New Roman"/>
            </a:endParaRPr>
          </a:p>
        </p:txBody>
      </p:sp>
      <p:sp>
        <p:nvSpPr>
          <p:cNvPr id="92" name="Google Shape;92;p17"/>
          <p:cNvSpPr txBox="1"/>
          <p:nvPr>
            <p:ph idx="1" type="body"/>
          </p:nvPr>
        </p:nvSpPr>
        <p:spPr>
          <a:xfrm>
            <a:off x="838200" y="1613043"/>
            <a:ext cx="10412186" cy="2046044"/>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Có hai cách để đạt được tính đa hình trong Java. là sử dụng</a:t>
            </a:r>
            <a:endParaRPr sz="24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Overriding method: các method có cùng hàm và cùng tham số truyền vào và kiểu trả về trong supperclass và subclass</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Overrloadind method: các method có cùng tên hàm và khác kiểu trả về và tham số truyền vào trong cùng một class</a:t>
            </a:r>
            <a:endParaRPr/>
          </a:p>
          <a:p>
            <a:pPr indent="-228600" lvl="1" marL="914400" rtl="0" algn="l">
              <a:lnSpc>
                <a:spcPct val="90000"/>
              </a:lnSpc>
              <a:spcBef>
                <a:spcPts val="500"/>
              </a:spcBef>
              <a:spcAft>
                <a:spcPts val="0"/>
              </a:spcAft>
              <a:buSzPts val="1800"/>
              <a:buNone/>
            </a:pPr>
            <a:r>
              <a:t/>
            </a:r>
            <a:endParaRPr sz="20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93" name="Google Shape;93;p1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94" name="Google Shape;94;p17"/>
          <p:cNvPicPr preferRelativeResize="0"/>
          <p:nvPr/>
        </p:nvPicPr>
        <p:blipFill rotWithShape="1">
          <a:blip r:embed="rId5">
            <a:alphaModFix/>
          </a:blip>
          <a:srcRect b="0" l="0" r="0" t="0"/>
          <a:stretch/>
        </p:blipFill>
        <p:spPr>
          <a:xfrm>
            <a:off x="3019692" y="3659087"/>
            <a:ext cx="5057508" cy="267198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98" name="Shape 98"/>
        <p:cNvGrpSpPr/>
        <p:nvPr/>
      </p:nvGrpSpPr>
      <p:grpSpPr>
        <a:xfrm>
          <a:off x="0" y="0"/>
          <a:ext cx="0" cy="0"/>
          <a:chOff x="0" y="0"/>
          <a:chExt cx="0" cy="0"/>
        </a:xfrm>
      </p:grpSpPr>
      <p:pic>
        <p:nvPicPr>
          <p:cNvPr id="99" name="Google Shape;99;p1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00" name="Google Shape;100;p1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01" name="Google Shape;101;p1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 Phân loại đa hình </a:t>
            </a:r>
            <a:endParaRPr/>
          </a:p>
        </p:txBody>
      </p:sp>
      <p:sp>
        <p:nvSpPr>
          <p:cNvPr id="102" name="Google Shape;102;p18"/>
          <p:cNvSpPr txBox="1"/>
          <p:nvPr>
            <p:ph idx="1" type="body"/>
          </p:nvPr>
        </p:nvSpPr>
        <p:spPr>
          <a:xfrm>
            <a:off x="838200" y="1613043"/>
            <a:ext cx="5448300" cy="3710071"/>
          </a:xfrm>
          <a:prstGeom prst="rect">
            <a:avLst/>
          </a:prstGeom>
          <a:noFill/>
          <a:ln>
            <a:noFill/>
          </a:ln>
        </p:spPr>
        <p:txBody>
          <a:bodyPr anchorCtr="0" anchor="t" bIns="45700" lIns="91425" spcFirstLastPara="1" rIns="91425" wrap="square" tIns="45700">
            <a:normAutofit lnSpcReduction="10000"/>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Đa hình tĩnh Static/ Compile - Time trong Java</a:t>
            </a:r>
            <a:endParaRPr sz="20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Sử dụng Method Overloading để đạt được</a:t>
            </a:r>
            <a:endParaRPr sz="20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Operator Overloading không được hỗ trọ trong Java. Được hỗ trợ trong C++</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Đa hình Động Dynamic/ Run - Time trong Java</a:t>
            </a:r>
            <a:endParaRPr sz="24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Sử dụng Function Overriding trong Java để đạt được</a:t>
            </a:r>
            <a:endParaRPr sz="20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Virtual Function không được hỗ trợ trong Java, được hỗ trợ trong C++</a:t>
            </a:r>
            <a:endParaRPr/>
          </a:p>
        </p:txBody>
      </p:sp>
      <p:sp>
        <p:nvSpPr>
          <p:cNvPr id="103" name="Google Shape;103;p1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04" name="Google Shape;104;p18"/>
          <p:cNvPicPr preferRelativeResize="0"/>
          <p:nvPr/>
        </p:nvPicPr>
        <p:blipFill rotWithShape="1">
          <a:blip r:embed="rId5">
            <a:alphaModFix/>
          </a:blip>
          <a:srcRect b="0" l="0" r="0" t="0"/>
          <a:stretch/>
        </p:blipFill>
        <p:spPr>
          <a:xfrm>
            <a:off x="6439903" y="1536462"/>
            <a:ext cx="5125165" cy="341995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08" name="Shape 108"/>
        <p:cNvGrpSpPr/>
        <p:nvPr/>
      </p:nvGrpSpPr>
      <p:grpSpPr>
        <a:xfrm>
          <a:off x="0" y="0"/>
          <a:ext cx="0" cy="0"/>
          <a:chOff x="0" y="0"/>
          <a:chExt cx="0" cy="0"/>
        </a:xfrm>
      </p:grpSpPr>
      <p:pic>
        <p:nvPicPr>
          <p:cNvPr id="109" name="Google Shape;109;p1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10" name="Google Shape;110;p1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11" name="Google Shape;111;p1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3.1) Compile Time và Run Time </a:t>
            </a:r>
            <a:endParaRPr b="1" sz="2800">
              <a:latin typeface="Times New Roman"/>
              <a:ea typeface="Times New Roman"/>
              <a:cs typeface="Times New Roman"/>
              <a:sym typeface="Times New Roman"/>
            </a:endParaRPr>
          </a:p>
        </p:txBody>
      </p:sp>
      <p:sp>
        <p:nvSpPr>
          <p:cNvPr id="112" name="Google Shape;112;p19"/>
          <p:cNvSpPr txBox="1"/>
          <p:nvPr>
            <p:ph idx="1" type="body"/>
          </p:nvPr>
        </p:nvSpPr>
        <p:spPr>
          <a:xfrm>
            <a:off x="838200" y="1613043"/>
            <a:ext cx="10515600" cy="361210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"Compile time" (thời gian biên dịch) và "run time" (thời gian chạy) là hai khái niệm quan trọng khi nói về quá trình phát triển và thực thi chương trình trong Java.</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Compile Time (Thời gian biên dịch):</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Là thời gian khi mã nguồn Java được biên dịch thành mã bytecode, trước khi chương trình chạy.</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Lỗi xảy ra ở thời gian biên dịch thường là các lỗi cú pháp, lỗi kiểu dữ liệu, lỗi biên dịch và không phải lỗi logic.</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Nếu có lỗi ở thời gian biên dịch, chương trình sẽ không biên dịch thành file bytecode và sẽ không chạy cho đến khi lỗi được sửa.	</a:t>
            </a:r>
            <a:endParaRPr sz="20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p:txBody>
      </p:sp>
      <p:sp>
        <p:nvSpPr>
          <p:cNvPr id="113" name="Google Shape;113;p1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17" name="Shape 117"/>
        <p:cNvGrpSpPr/>
        <p:nvPr/>
      </p:nvGrpSpPr>
      <p:grpSpPr>
        <a:xfrm>
          <a:off x="0" y="0"/>
          <a:ext cx="0" cy="0"/>
          <a:chOff x="0" y="0"/>
          <a:chExt cx="0" cy="0"/>
        </a:xfrm>
      </p:grpSpPr>
      <p:pic>
        <p:nvPicPr>
          <p:cNvPr id="118" name="Google Shape;118;p2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19" name="Google Shape;119;p2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20" name="Google Shape;120;p20"/>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3.1) Compile Time và Run Time </a:t>
            </a:r>
            <a:endParaRPr/>
          </a:p>
        </p:txBody>
      </p:sp>
      <p:sp>
        <p:nvSpPr>
          <p:cNvPr id="121" name="Google Shape;121;p20"/>
          <p:cNvSpPr txBox="1"/>
          <p:nvPr>
            <p:ph idx="1" type="body"/>
          </p:nvPr>
        </p:nvSpPr>
        <p:spPr>
          <a:xfrm>
            <a:off x="838199" y="1613043"/>
            <a:ext cx="9644743"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về code lỗi trong compile-time</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ví dụ này, lỗi xảy ra tại thời gian biên dịch do sự không phù hợp về kiểu dữ liệu.</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22" name="Google Shape;122;p2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23" name="Google Shape;123;p20"/>
          <p:cNvPicPr preferRelativeResize="0"/>
          <p:nvPr/>
        </p:nvPicPr>
        <p:blipFill rotWithShape="1">
          <a:blip r:embed="rId5">
            <a:alphaModFix/>
          </a:blip>
          <a:srcRect b="0" l="0" r="0" t="0"/>
          <a:stretch/>
        </p:blipFill>
        <p:spPr>
          <a:xfrm>
            <a:off x="863348" y="2420501"/>
            <a:ext cx="10815275" cy="201699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27" name="Shape 127"/>
        <p:cNvGrpSpPr/>
        <p:nvPr/>
      </p:nvGrpSpPr>
      <p:grpSpPr>
        <a:xfrm>
          <a:off x="0" y="0"/>
          <a:ext cx="0" cy="0"/>
          <a:chOff x="0" y="0"/>
          <a:chExt cx="0" cy="0"/>
        </a:xfrm>
      </p:grpSpPr>
      <p:pic>
        <p:nvPicPr>
          <p:cNvPr id="128" name="Google Shape;128;p2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29" name="Google Shape;129;p2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30" name="Google Shape;130;p21"/>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3.1) Compile Time và Run Time </a:t>
            </a:r>
            <a:endParaRPr/>
          </a:p>
        </p:txBody>
      </p:sp>
      <p:sp>
        <p:nvSpPr>
          <p:cNvPr id="131" name="Google Shape;131;p21"/>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Run Time (Thời gian chạy):</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Là thời gian khi chương trình Java thực sự chạy và bytecode được thực thi bởi máy ảo Java (JVM).</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Lỗi xảy ra ở thời gian chạy thường là lỗi logic, bao gồm việc truy cập mảng vượt quá kích thước, chia cho 0, tham chiếu đối tượng null, v.v.</a:t>
            </a:r>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Lỗi này không thể được phát hiện và báo cáo cho đến khi chương trình đang chạy.</a:t>
            </a:r>
            <a:endParaRPr sz="20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về lỗi trong thời gian run-time </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342900" lvl="1" marL="914400" rtl="0" algn="l">
              <a:lnSpc>
                <a:spcPct val="90000"/>
              </a:lnSpc>
              <a:spcBef>
                <a:spcPts val="500"/>
              </a:spcBef>
              <a:spcAft>
                <a:spcPts val="0"/>
              </a:spcAft>
              <a:buSzPts val="1800"/>
              <a:buChar char="•"/>
            </a:pPr>
            <a:r>
              <a:rPr lang="en-US" sz="2000">
                <a:latin typeface="Times New Roman"/>
                <a:ea typeface="Times New Roman"/>
                <a:cs typeface="Times New Roman"/>
                <a:sym typeface="Times New Roman"/>
              </a:rPr>
              <a:t>Tại dòng 9 đã xảy ra lỗi truy cập phần tử không tồn tại trong mảng. Lỗi này chỉ được phát hiện trong quá trì chạy ứng dụng Java</a:t>
            </a:r>
            <a:endParaRPr/>
          </a:p>
        </p:txBody>
      </p:sp>
      <p:sp>
        <p:nvSpPr>
          <p:cNvPr id="132" name="Google Shape;132;p21"/>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33" name="Google Shape;133;p21"/>
          <p:cNvPicPr preferRelativeResize="0"/>
          <p:nvPr/>
        </p:nvPicPr>
        <p:blipFill rotWithShape="1">
          <a:blip r:embed="rId5">
            <a:alphaModFix/>
          </a:blip>
          <a:srcRect b="0" l="0" r="0" t="0"/>
          <a:stretch/>
        </p:blipFill>
        <p:spPr>
          <a:xfrm>
            <a:off x="1768843" y="4277710"/>
            <a:ext cx="9095748" cy="118069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37" name="Shape 137"/>
        <p:cNvGrpSpPr/>
        <p:nvPr/>
      </p:nvGrpSpPr>
      <p:grpSpPr>
        <a:xfrm>
          <a:off x="0" y="0"/>
          <a:ext cx="0" cy="0"/>
          <a:chOff x="0" y="0"/>
          <a:chExt cx="0" cy="0"/>
        </a:xfrm>
      </p:grpSpPr>
      <p:pic>
        <p:nvPicPr>
          <p:cNvPr id="138" name="Google Shape;138;p2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39" name="Google Shape;139;p2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40" name="Google Shape;140;p22"/>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3.1) Đanh hình Complie time</a:t>
            </a:r>
            <a:endParaRPr b="1" sz="2800">
              <a:latin typeface="Times New Roman"/>
              <a:ea typeface="Times New Roman"/>
              <a:cs typeface="Times New Roman"/>
              <a:sym typeface="Times New Roman"/>
            </a:endParaRPr>
          </a:p>
        </p:txBody>
      </p:sp>
      <p:sp>
        <p:nvSpPr>
          <p:cNvPr id="141" name="Google Shape;141;p22"/>
          <p:cNvSpPr txBox="1"/>
          <p:nvPr>
            <p:ph idx="1" type="body"/>
          </p:nvPr>
        </p:nvSpPr>
        <p:spPr>
          <a:xfrm>
            <a:off x="838200" y="1613043"/>
            <a:ext cx="10515600" cy="304304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Đa hình compile time (thời điểm biên dịch) trong Java còn được gọi là đa hình tĩnh (static) vì nó quyết định về phương thức nào sẽ được gọi tại thời điểm biên dịch.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Điều này xảy ra khi chúng ta sử dụng các phương thức có cùng tên nhưng khác nhau về kiểu trả về hoặc tham số truyển vào trong cùng một class.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Đa hình biên dịch có thể được đạt được thông qua quá trình nạp chồng phương thức (Method Overloading).</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42" name="Google Shape;142;p22"/>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46" name="Shape 146"/>
        <p:cNvGrpSpPr/>
        <p:nvPr/>
      </p:nvGrpSpPr>
      <p:grpSpPr>
        <a:xfrm>
          <a:off x="0" y="0"/>
          <a:ext cx="0" cy="0"/>
          <a:chOff x="0" y="0"/>
          <a:chExt cx="0" cy="0"/>
        </a:xfrm>
      </p:grpSpPr>
      <p:pic>
        <p:nvPicPr>
          <p:cNvPr id="147" name="Google Shape;147;p2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48" name="Google Shape;148;p2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49" name="Google Shape;149;p23"/>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Ví dụ đa hình tĩnh</a:t>
            </a:r>
            <a:endParaRPr b="1" sz="2800">
              <a:latin typeface="Times New Roman"/>
              <a:ea typeface="Times New Roman"/>
              <a:cs typeface="Times New Roman"/>
              <a:sym typeface="Times New Roman"/>
            </a:endParaRPr>
          </a:p>
        </p:txBody>
      </p:sp>
      <p:sp>
        <p:nvSpPr>
          <p:cNvPr id="150" name="Google Shape;150;p23"/>
          <p:cNvSpPr txBox="1"/>
          <p:nvPr>
            <p:ph idx="1" type="body"/>
          </p:nvPr>
        </p:nvSpPr>
        <p:spPr>
          <a:xfrm>
            <a:off x="838200" y="1613043"/>
            <a:ext cx="4664529"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Với class Person có hai hàm nạp trồng eat, đó chính là thể hiện của quá trình đa hình lúc compile time</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Cùng là hàm eat nhưng mỗi hàm sẽ có cách xử lý khác nhau</a:t>
            </a:r>
            <a:endParaRPr sz="2400">
              <a:latin typeface="Times New Roman"/>
              <a:ea typeface="Times New Roman"/>
              <a:cs typeface="Times New Roman"/>
              <a:sym typeface="Times New Roman"/>
            </a:endParaRPr>
          </a:p>
        </p:txBody>
      </p:sp>
      <p:sp>
        <p:nvSpPr>
          <p:cNvPr id="151" name="Google Shape;151;p23"/>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52" name="Google Shape;152;p23"/>
          <p:cNvPicPr preferRelativeResize="0"/>
          <p:nvPr/>
        </p:nvPicPr>
        <p:blipFill rotWithShape="1">
          <a:blip r:embed="rId5">
            <a:alphaModFix/>
          </a:blip>
          <a:srcRect b="0" l="0" r="0" t="0"/>
          <a:stretch/>
        </p:blipFill>
        <p:spPr>
          <a:xfrm>
            <a:off x="5621450" y="1613043"/>
            <a:ext cx="5804119" cy="4338892"/>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56" name="Shape 156"/>
        <p:cNvGrpSpPr/>
        <p:nvPr/>
      </p:nvGrpSpPr>
      <p:grpSpPr>
        <a:xfrm>
          <a:off x="0" y="0"/>
          <a:ext cx="0" cy="0"/>
          <a:chOff x="0" y="0"/>
          <a:chExt cx="0" cy="0"/>
        </a:xfrm>
      </p:grpSpPr>
      <p:pic>
        <p:nvPicPr>
          <p:cNvPr id="157" name="Google Shape;157;p2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58" name="Google Shape;158;p2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59" name="Google Shape;159;p2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3.2) Đa hình Động Dynamic/ Run - Time trong Java</a:t>
            </a:r>
            <a:endParaRPr/>
          </a:p>
        </p:txBody>
      </p:sp>
      <p:sp>
        <p:nvSpPr>
          <p:cNvPr id="160" name="Google Shape;160;p24"/>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Đa hình động hay đa hình trong runtime là đa hình giải quyết các hành động tại thời gian chạy chứ không phải thời gian biên dịch được gọi.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Qua lớp hay nói cách khác đa hình lúc runtime là quá trình gọi phương thức đã được ghi đè trong thời gian thực thi chương trình. Trong quá trình này JVM sẽ dựa vào vùng nhớ thật sự mà biến đối tượng tham chiếu tới để quyết định thực thi phương thức được Overriding nào. </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Nếu biến tham chiếu được khởi tạo bởi lớp cha sẽ thực thi phương thức của lớp cha và ngược lại sẽ thực thi phương thức của lớp con nếu được khởi tạo thông con</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lập trình hướng đối tượng, việc ghi đè phương thức xảy ra khi một lớp dẫn xuất(Subclass) cung cấp một định nghĩa cụ thể(ghi đè lại phương thức) về phương thức đã có trong lớp cha(Supperclass) của nó.</a:t>
            </a:r>
            <a:endParaRPr sz="2400">
              <a:latin typeface="Times New Roman"/>
              <a:ea typeface="Times New Roman"/>
              <a:cs typeface="Times New Roman"/>
              <a:sym typeface="Times New Roman"/>
            </a:endParaRPr>
          </a:p>
        </p:txBody>
      </p:sp>
      <p:sp>
        <p:nvSpPr>
          <p:cNvPr id="161" name="Google Shape;161;p2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65" name="Shape 165"/>
        <p:cNvGrpSpPr/>
        <p:nvPr/>
      </p:nvGrpSpPr>
      <p:grpSpPr>
        <a:xfrm>
          <a:off x="0" y="0"/>
          <a:ext cx="0" cy="0"/>
          <a:chOff x="0" y="0"/>
          <a:chExt cx="0" cy="0"/>
        </a:xfrm>
      </p:grpSpPr>
      <p:pic>
        <p:nvPicPr>
          <p:cNvPr id="166" name="Google Shape;166;p2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67" name="Google Shape;167;p2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68" name="Google Shape;168;p25"/>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2800">
                <a:latin typeface="Times New Roman"/>
                <a:ea typeface="Times New Roman"/>
                <a:cs typeface="Times New Roman"/>
                <a:sym typeface="Times New Roman"/>
              </a:rPr>
              <a:t>Code ví dụ: </a:t>
            </a:r>
            <a:endParaRPr sz="2800">
              <a:latin typeface="Times New Roman"/>
              <a:ea typeface="Times New Roman"/>
              <a:cs typeface="Times New Roman"/>
              <a:sym typeface="Times New Roman"/>
            </a:endParaRPr>
          </a:p>
        </p:txBody>
      </p:sp>
      <p:sp>
        <p:nvSpPr>
          <p:cNvPr id="169" name="Google Shape;169;p25"/>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70" name="Google Shape;170;p25"/>
          <p:cNvPicPr preferRelativeResize="0"/>
          <p:nvPr/>
        </p:nvPicPr>
        <p:blipFill rotWithShape="1">
          <a:blip r:embed="rId5">
            <a:alphaModFix/>
          </a:blip>
          <a:srcRect b="0" l="0" r="0" t="0"/>
          <a:stretch/>
        </p:blipFill>
        <p:spPr>
          <a:xfrm>
            <a:off x="1264198" y="1377065"/>
            <a:ext cx="5052520" cy="5153715"/>
          </a:xfrm>
          <a:prstGeom prst="rect">
            <a:avLst/>
          </a:prstGeom>
          <a:noFill/>
          <a:ln>
            <a:noFill/>
          </a:ln>
        </p:spPr>
      </p:pic>
      <p:pic>
        <p:nvPicPr>
          <p:cNvPr id="171" name="Google Shape;171;p25"/>
          <p:cNvPicPr preferRelativeResize="0"/>
          <p:nvPr/>
        </p:nvPicPr>
        <p:blipFill rotWithShape="1">
          <a:blip r:embed="rId6">
            <a:alphaModFix/>
          </a:blip>
          <a:srcRect b="0" l="0" r="0" t="0"/>
          <a:stretch/>
        </p:blipFill>
        <p:spPr>
          <a:xfrm>
            <a:off x="6474373" y="1377065"/>
            <a:ext cx="5391807" cy="3251838"/>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75" name="Shape 175"/>
        <p:cNvGrpSpPr/>
        <p:nvPr/>
      </p:nvGrpSpPr>
      <p:grpSpPr>
        <a:xfrm>
          <a:off x="0" y="0"/>
          <a:ext cx="0" cy="0"/>
          <a:chOff x="0" y="0"/>
          <a:chExt cx="0" cy="0"/>
        </a:xfrm>
      </p:grpSpPr>
      <p:pic>
        <p:nvPicPr>
          <p:cNvPr id="176" name="Google Shape;176;p26"/>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77" name="Google Shape;177;p26"/>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78" name="Google Shape;178;p26"/>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Giải thích ví dụ</a:t>
            </a:r>
            <a:endParaRPr b="1" sz="2800">
              <a:latin typeface="Times New Roman"/>
              <a:ea typeface="Times New Roman"/>
              <a:cs typeface="Times New Roman"/>
              <a:sym typeface="Times New Roman"/>
            </a:endParaRPr>
          </a:p>
        </p:txBody>
      </p:sp>
      <p:sp>
        <p:nvSpPr>
          <p:cNvPr id="179" name="Google Shape;179;p26"/>
          <p:cNvSpPr txBox="1"/>
          <p:nvPr>
            <p:ph idx="1" type="body"/>
          </p:nvPr>
        </p:nvSpPr>
        <p:spPr>
          <a:xfrm>
            <a:off x="838200" y="1613043"/>
            <a:ext cx="10515600" cy="359577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ví dụ trên, chúng ta có ba lớp: Animal, Dog, và Cat. Cả ba đều có một phương thức makeSound(), nhưng mỗi lớp có một triển khai khác nhau của phương thức đó. </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DynamicPolymorphismExample, chúng ta tạo một mảng chứa các đối tượng Animal. Các phần tử của mảng này có thể là đối tượng của lớp Animal, Dog, hoặc Cat. Trong vòng lặp, chúng ta gọi phương thức makeSound() trên từng đối tượng, và phương thức được gọi tại thời điểm chạy sẽ phụ thuộc vào loại đối tượng thực sự mà nó tham chiếu đến.</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Kết quả khi chạy chương trình sẽ là:</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180" name="Google Shape;180;p26"/>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181" name="Google Shape;181;p26"/>
          <p:cNvPicPr preferRelativeResize="0"/>
          <p:nvPr/>
        </p:nvPicPr>
        <p:blipFill rotWithShape="1">
          <a:blip r:embed="rId5">
            <a:alphaModFix/>
          </a:blip>
          <a:srcRect b="0" l="0" r="0" t="0"/>
          <a:stretch/>
        </p:blipFill>
        <p:spPr>
          <a:xfrm>
            <a:off x="6070821" y="4616571"/>
            <a:ext cx="4012758" cy="14927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85" name="Shape 185"/>
        <p:cNvGrpSpPr/>
        <p:nvPr/>
      </p:nvGrpSpPr>
      <p:grpSpPr>
        <a:xfrm>
          <a:off x="0" y="0"/>
          <a:ext cx="0" cy="0"/>
          <a:chOff x="0" y="0"/>
          <a:chExt cx="0" cy="0"/>
        </a:xfrm>
      </p:grpSpPr>
      <p:pic>
        <p:nvPicPr>
          <p:cNvPr id="186" name="Google Shape;186;p2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87" name="Google Shape;187;p2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88" name="Google Shape;188;p27"/>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4) Upcasting và Downcasting</a:t>
            </a:r>
            <a:endParaRPr b="1" sz="2800">
              <a:latin typeface="Times New Roman"/>
              <a:ea typeface="Times New Roman"/>
              <a:cs typeface="Times New Roman"/>
              <a:sym typeface="Times New Roman"/>
            </a:endParaRPr>
          </a:p>
        </p:txBody>
      </p:sp>
      <p:sp>
        <p:nvSpPr>
          <p:cNvPr id="189" name="Google Shape;189;p27"/>
          <p:cNvSpPr txBox="1"/>
          <p:nvPr>
            <p:ph idx="1" type="body"/>
          </p:nvPr>
        </p:nvSpPr>
        <p:spPr>
          <a:xfrm>
            <a:off x="838200" y="1613043"/>
            <a:ext cx="10515600" cy="2832833"/>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Upcasting và Downcasting là hai khái niệm quan trọng liên quan đến đa hình trong Java, đặc biệt khi làm việc với lớp cha và lớp con.</a:t>
            </a:r>
            <a:endParaRPr/>
          </a:p>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1) Upcasting (Ép kiểu lên):</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Upcasting là quá trình sử dụng một thể hiện của lớp con(new Object) và gán cho một biến đối tượng của lớp cha</a:t>
            </a:r>
            <a:endParaRPr/>
          </a:p>
          <a:p>
            <a:pPr indent="-342900" lvl="1" marL="914400" rtl="0" algn="l">
              <a:lnSpc>
                <a:spcPct val="90000"/>
              </a:lnSpc>
              <a:spcBef>
                <a:spcPts val="500"/>
              </a:spcBef>
              <a:spcAft>
                <a:spcPts val="0"/>
              </a:spcAft>
              <a:buSzPts val="1800"/>
              <a:buFont typeface="Noto Sans Symbols"/>
              <a:buChar char="❑"/>
            </a:pPr>
            <a:r>
              <a:rPr lang="en-US" sz="2000">
                <a:latin typeface="Times New Roman"/>
                <a:ea typeface="Times New Roman"/>
                <a:cs typeface="Times New Roman"/>
                <a:sym typeface="Times New Roman"/>
              </a:rPr>
              <a:t>Việc này là an toàn và tự động, không cần sử dụng bất kỳ toán tử nào.</a:t>
            </a:r>
            <a:endParaRPr/>
          </a:p>
          <a:p>
            <a:pPr indent="-342900" lvl="1" marL="914400" rtl="0" algn="l">
              <a:lnSpc>
                <a:spcPct val="90000"/>
              </a:lnSpc>
              <a:spcBef>
                <a:spcPts val="500"/>
              </a:spcBef>
              <a:spcAft>
                <a:spcPts val="0"/>
              </a:spcAft>
              <a:buSzPts val="1800"/>
              <a:buFont typeface="Noto Sans Symbols"/>
              <a:buChar char="❑"/>
            </a:pPr>
            <a:r>
              <a:rPr b="1" lang="en-US" sz="2000">
                <a:latin typeface="Times New Roman"/>
                <a:ea typeface="Times New Roman"/>
                <a:cs typeface="Times New Roman"/>
                <a:sym typeface="Times New Roman"/>
              </a:rPr>
              <a:t>Đối tượng của lớp con có thể được gán cho một biến của lớp cha.</a:t>
            </a:r>
            <a:endParaRPr b="1" sz="20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p:txBody>
      </p:sp>
      <p:sp>
        <p:nvSpPr>
          <p:cNvPr id="190" name="Google Shape;190;p2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194" name="Shape 194"/>
        <p:cNvGrpSpPr/>
        <p:nvPr/>
      </p:nvGrpSpPr>
      <p:grpSpPr>
        <a:xfrm>
          <a:off x="0" y="0"/>
          <a:ext cx="0" cy="0"/>
          <a:chOff x="0" y="0"/>
          <a:chExt cx="0" cy="0"/>
        </a:xfrm>
      </p:grpSpPr>
      <p:pic>
        <p:nvPicPr>
          <p:cNvPr id="195" name="Google Shape;195;p28"/>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196" name="Google Shape;196;p28"/>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197" name="Google Shape;197;p28"/>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lang="en-US" sz="2800">
                <a:latin typeface="Times New Roman"/>
                <a:ea typeface="Times New Roman"/>
                <a:cs typeface="Times New Roman"/>
                <a:sym typeface="Times New Roman"/>
              </a:rPr>
              <a:t>Code ví dụ về Upcasting</a:t>
            </a:r>
            <a:endParaRPr sz="2800">
              <a:latin typeface="Times New Roman"/>
              <a:ea typeface="Times New Roman"/>
              <a:cs typeface="Times New Roman"/>
              <a:sym typeface="Times New Roman"/>
            </a:endParaRPr>
          </a:p>
        </p:txBody>
      </p:sp>
      <p:sp>
        <p:nvSpPr>
          <p:cNvPr id="198" name="Google Shape;198;p28"/>
          <p:cNvSpPr txBox="1"/>
          <p:nvPr>
            <p:ph idx="1" type="body"/>
          </p:nvPr>
        </p:nvSpPr>
        <p:spPr>
          <a:xfrm>
            <a:off x="838199" y="1613042"/>
            <a:ext cx="5529943" cy="2491019"/>
          </a:xfrm>
          <a:prstGeom prst="rect">
            <a:avLst/>
          </a:prstGeom>
          <a:noFill/>
          <a:ln>
            <a:noFill/>
          </a:ln>
        </p:spPr>
        <p:txBody>
          <a:bodyPr anchorCtr="0" anchor="t" bIns="45700" lIns="91425" spcFirstLastPara="1" rIns="91425" wrap="square" tIns="45700">
            <a:normAutofit fontScale="92500" lnSpcReduction="20000"/>
          </a:bodyPr>
          <a:lstStyle/>
          <a:p>
            <a:pPr indent="-342900" lvl="0" marL="457200" rtl="0" algn="l">
              <a:lnSpc>
                <a:spcPct val="90000"/>
              </a:lnSpc>
              <a:spcBef>
                <a:spcPts val="1000"/>
              </a:spcBef>
              <a:spcAft>
                <a:spcPts val="0"/>
              </a:spcAft>
              <a:buClr>
                <a:schemeClr val="dk1"/>
              </a:buClr>
              <a:buSzPct val="81081"/>
              <a:buChar char="•"/>
            </a:pPr>
            <a:r>
              <a:rPr lang="en-US" sz="2400">
                <a:latin typeface="Times New Roman"/>
                <a:ea typeface="Times New Roman"/>
                <a:cs typeface="Times New Roman"/>
                <a:sym typeface="Times New Roman"/>
              </a:rPr>
              <a:t>Trong ví dụ này, myDog là một đối tượng của lớp con Dog. Chúng ta sau đó gán nó cho biến myAnimal của lớp cha Animal, đây là một ví dụ về upcasting.</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ct val="81081"/>
              <a:buChar char="•"/>
            </a:pPr>
            <a:r>
              <a:rPr lang="en-US" sz="2400">
                <a:latin typeface="Times New Roman"/>
                <a:ea typeface="Times New Roman"/>
                <a:cs typeface="Times New Roman"/>
                <a:sym typeface="Times New Roman"/>
              </a:rPr>
              <a:t>Sau khi upcasting, biến myAnimal chỉ có thể truy cập các phương thức và thuộc tính của lớp cha (Animal), mặc dù thực tế nó vẫn tham chiếu đến một đối tượng của lớp con (Dog).</a:t>
            </a:r>
            <a:endParaRPr sz="2400">
              <a:latin typeface="Times New Roman"/>
              <a:ea typeface="Times New Roman"/>
              <a:cs typeface="Times New Roman"/>
              <a:sym typeface="Times New Roman"/>
            </a:endParaRPr>
          </a:p>
        </p:txBody>
      </p:sp>
      <p:sp>
        <p:nvSpPr>
          <p:cNvPr id="199" name="Google Shape;199;p28"/>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00" name="Google Shape;200;p28"/>
          <p:cNvPicPr preferRelativeResize="0"/>
          <p:nvPr/>
        </p:nvPicPr>
        <p:blipFill rotWithShape="1">
          <a:blip r:embed="rId5">
            <a:alphaModFix/>
          </a:blip>
          <a:srcRect b="0" l="0" r="0" t="0"/>
          <a:stretch/>
        </p:blipFill>
        <p:spPr>
          <a:xfrm>
            <a:off x="6700989" y="1613042"/>
            <a:ext cx="4920829" cy="4292477"/>
          </a:xfrm>
          <a:prstGeom prst="rect">
            <a:avLst/>
          </a:prstGeom>
          <a:noFill/>
          <a:ln>
            <a:noFill/>
          </a:ln>
        </p:spPr>
      </p:pic>
      <p:pic>
        <p:nvPicPr>
          <p:cNvPr id="201" name="Google Shape;201;p28"/>
          <p:cNvPicPr preferRelativeResize="0"/>
          <p:nvPr/>
        </p:nvPicPr>
        <p:blipFill rotWithShape="1">
          <a:blip r:embed="rId6">
            <a:alphaModFix/>
          </a:blip>
          <a:srcRect b="0" l="0" r="0" t="0"/>
          <a:stretch/>
        </p:blipFill>
        <p:spPr>
          <a:xfrm>
            <a:off x="876300" y="4104061"/>
            <a:ext cx="5682155" cy="24304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6.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05" name="Shape 205"/>
        <p:cNvGrpSpPr/>
        <p:nvPr/>
      </p:nvGrpSpPr>
      <p:grpSpPr>
        <a:xfrm>
          <a:off x="0" y="0"/>
          <a:ext cx="0" cy="0"/>
          <a:chOff x="0" y="0"/>
          <a:chExt cx="0" cy="0"/>
        </a:xfrm>
      </p:grpSpPr>
      <p:pic>
        <p:nvPicPr>
          <p:cNvPr id="206" name="Google Shape;206;p29"/>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07" name="Google Shape;207;p29"/>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08" name="Google Shape;208;p29"/>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3.2) Upcasting và Downcasting</a:t>
            </a:r>
            <a:endParaRPr b="1" sz="2800">
              <a:latin typeface="Times New Roman"/>
              <a:ea typeface="Times New Roman"/>
              <a:cs typeface="Times New Roman"/>
              <a:sym typeface="Times New Roman"/>
            </a:endParaRPr>
          </a:p>
        </p:txBody>
      </p:sp>
      <p:sp>
        <p:nvSpPr>
          <p:cNvPr id="209" name="Google Shape;209;p29"/>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b="1" lang="en-US" sz="2400">
                <a:latin typeface="Times New Roman"/>
                <a:ea typeface="Times New Roman"/>
                <a:cs typeface="Times New Roman"/>
                <a:sym typeface="Times New Roman"/>
              </a:rPr>
              <a:t>Downcasting (Ép kiểu xuống):</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Downcasting là quá trình chuyển đổi một thể hiện của lớp cha (sau khi đã được upcast) thành một thể hiện của lớp con tương ứng.</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Đối tượng của lớp cha cần được ép kiểu về lớp con để có thể truy cập các phương thức và thuộc tính đặc trưng của lớp con.</a:t>
            </a:r>
            <a:endParaRPr/>
          </a:p>
          <a:p>
            <a:pPr indent="-342900" lvl="0" marL="457200" rtl="0" algn="l">
              <a:lnSpc>
                <a:spcPct val="90000"/>
              </a:lnSpc>
              <a:spcBef>
                <a:spcPts val="1000"/>
              </a:spcBef>
              <a:spcAft>
                <a:spcPts val="0"/>
              </a:spcAft>
              <a:buSzPts val="1800"/>
              <a:buFont typeface="Noto Sans Symbols"/>
              <a:buChar char="❑"/>
            </a:pPr>
            <a:r>
              <a:rPr lang="en-US" sz="2400">
                <a:latin typeface="Times New Roman"/>
                <a:ea typeface="Times New Roman"/>
                <a:cs typeface="Times New Roman"/>
                <a:sym typeface="Times New Roman"/>
              </a:rPr>
              <a:t>Downcasting là một thao tác rủi ro và cần kiểm tra kiểu trước khi sử dụng để tránh lỗi.</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b="1" sz="2400">
              <a:latin typeface="Times New Roman"/>
              <a:ea typeface="Times New Roman"/>
              <a:cs typeface="Times New Roman"/>
              <a:sym typeface="Times New Roman"/>
            </a:endParaRPr>
          </a:p>
        </p:txBody>
      </p:sp>
      <p:sp>
        <p:nvSpPr>
          <p:cNvPr id="210" name="Google Shape;210;p29"/>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7.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14" name="Shape 214"/>
        <p:cNvGrpSpPr/>
        <p:nvPr/>
      </p:nvGrpSpPr>
      <p:grpSpPr>
        <a:xfrm>
          <a:off x="0" y="0"/>
          <a:ext cx="0" cy="0"/>
          <a:chOff x="0" y="0"/>
          <a:chExt cx="0" cy="0"/>
        </a:xfrm>
      </p:grpSpPr>
      <p:pic>
        <p:nvPicPr>
          <p:cNvPr id="215" name="Google Shape;215;p30"/>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16" name="Google Shape;216;p30"/>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17" name="Google Shape;217;p30"/>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Code ví dụ về Downcasting</a:t>
            </a:r>
            <a:endParaRPr b="1" sz="2800">
              <a:latin typeface="Times New Roman"/>
              <a:ea typeface="Times New Roman"/>
              <a:cs typeface="Times New Roman"/>
              <a:sym typeface="Times New Roman"/>
            </a:endParaRPr>
          </a:p>
        </p:txBody>
      </p:sp>
      <p:sp>
        <p:nvSpPr>
          <p:cNvPr id="218" name="Google Shape;218;p30"/>
          <p:cNvSpPr txBox="1"/>
          <p:nvPr>
            <p:ph idx="1" type="body"/>
          </p:nvPr>
        </p:nvSpPr>
        <p:spPr>
          <a:xfrm>
            <a:off x="838200" y="1613043"/>
            <a:ext cx="10052957" cy="233847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Trong ví dụ này, chúng ta kiểm tra kiểu của đối tượng trước khi thực hiện downcasting. Nếu không kiểm tra kiểu và downcast trực tiếp mà không đảm bảo kiểu, có thể gây ra lỗi kiểu (ClassCastException).</a:t>
            </a:r>
            <a:endParaRPr sz="2400">
              <a:latin typeface="Times New Roman"/>
              <a:ea typeface="Times New Roman"/>
              <a:cs typeface="Times New Roman"/>
              <a:sym typeface="Times New Roman"/>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Sử dụng instanceof để kiểm tra chắc chắn animal đã là thể hiện của lớp Dog rồi mới thực hiện ép kiểu về lớp Dog. Nếu không sẽ báo lỗi  </a:t>
            </a:r>
            <a:endParaRPr sz="2400">
              <a:latin typeface="Times New Roman"/>
              <a:ea typeface="Times New Roman"/>
              <a:cs typeface="Times New Roman"/>
              <a:sym typeface="Times New Roman"/>
            </a:endParaRPr>
          </a:p>
        </p:txBody>
      </p:sp>
      <p:sp>
        <p:nvSpPr>
          <p:cNvPr id="219" name="Google Shape;219;p30"/>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20" name="Google Shape;220;p30"/>
          <p:cNvPicPr preferRelativeResize="0"/>
          <p:nvPr/>
        </p:nvPicPr>
        <p:blipFill rotWithShape="1">
          <a:blip r:embed="rId5">
            <a:alphaModFix/>
          </a:blip>
          <a:srcRect b="0" l="0" r="0" t="0"/>
          <a:stretch/>
        </p:blipFill>
        <p:spPr>
          <a:xfrm>
            <a:off x="3023874" y="3674252"/>
            <a:ext cx="6540540" cy="2511947"/>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18.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24" name="Shape 224"/>
        <p:cNvGrpSpPr/>
        <p:nvPr/>
      </p:nvGrpSpPr>
      <p:grpSpPr>
        <a:xfrm>
          <a:off x="0" y="0"/>
          <a:ext cx="0" cy="0"/>
          <a:chOff x="0" y="0"/>
          <a:chExt cx="0" cy="0"/>
        </a:xfrm>
      </p:grpSpPr>
      <p:pic>
        <p:nvPicPr>
          <p:cNvPr id="225" name="Google Shape;225;p31"/>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26" name="Google Shape;226;p31"/>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27" name="Google Shape;227;p31"/>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5) Instanceof</a:t>
            </a:r>
            <a:endParaRPr b="1" sz="2800">
              <a:latin typeface="Times New Roman"/>
              <a:ea typeface="Times New Roman"/>
              <a:cs typeface="Times New Roman"/>
              <a:sym typeface="Times New Roman"/>
            </a:endParaRPr>
          </a:p>
        </p:txBody>
      </p:sp>
      <p:sp>
        <p:nvSpPr>
          <p:cNvPr id="228" name="Google Shape;228;p31"/>
          <p:cNvSpPr txBox="1"/>
          <p:nvPr>
            <p:ph idx="1" type="body"/>
          </p:nvPr>
        </p:nvSpPr>
        <p:spPr>
          <a:xfrm>
            <a:off x="838200" y="1613043"/>
            <a:ext cx="10515600" cy="4563920"/>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Toán tử instanceof trong java được sử dụng để kiểm tra một đối tượng có phải là thể hiện của một kiểu dữ liệu cụ thể không.</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instanceof trong java được gọi là toán tử so sánh kiểu vì nó so sánh thể hiện với kiểu dữ liệu. Nó trả về giá trị boolean là true hoặc false.</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Nếu dùng toán tử instanceof với bất kỳ biến nào mà có giá trị null, giá trị trả về sẽ là false.</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29" name="Google Shape;229;p31"/>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spTree>
  </p:cSld>
  <p:clrMapOvr>
    <a:masterClrMapping/>
  </p:clrMapOvr>
  <mc:AlternateContent>
    <mc:Choice Requires="p14">
      <p:transition spd="slow" p14:dur="700">
        <p:fade/>
      </p:transition>
    </mc:Choice>
    <mc:Fallback>
      <p:transition spd="slow">
        <p:fade/>
      </p:transition>
    </mc:Fallback>
  </mc:AlternateContent>
</p:sld>
</file>

<file path=ppt/slides/slide19.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33" name="Shape 233"/>
        <p:cNvGrpSpPr/>
        <p:nvPr/>
      </p:nvGrpSpPr>
      <p:grpSpPr>
        <a:xfrm>
          <a:off x="0" y="0"/>
          <a:ext cx="0" cy="0"/>
          <a:chOff x="0" y="0"/>
          <a:chExt cx="0" cy="0"/>
        </a:xfrm>
      </p:grpSpPr>
      <p:pic>
        <p:nvPicPr>
          <p:cNvPr id="234" name="Google Shape;234;p32"/>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35" name="Google Shape;235;p32"/>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36" name="Google Shape;236;p32"/>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5.1) Kiểm tra kiểu Wrapper</a:t>
            </a:r>
            <a:endParaRPr/>
          </a:p>
        </p:txBody>
      </p:sp>
      <p:sp>
        <p:nvSpPr>
          <p:cNvPr id="237" name="Google Shape;237;p32"/>
          <p:cNvSpPr txBox="1"/>
          <p:nvPr>
            <p:ph idx="1" type="body"/>
          </p:nvPr>
        </p:nvSpPr>
        <p:spPr>
          <a:xfrm>
            <a:off x="838200" y="1613043"/>
            <a:ext cx="5382986" cy="1382405"/>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Kiểu Wrapper bao gồm các kiểu dữ liệu: String, Integer, Double, …</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38" name="Google Shape;238;p32"/>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39" name="Google Shape;239;p32"/>
          <p:cNvPicPr preferRelativeResize="0"/>
          <p:nvPr/>
        </p:nvPicPr>
        <p:blipFill rotWithShape="1">
          <a:blip r:embed="rId5">
            <a:alphaModFix/>
          </a:blip>
          <a:srcRect b="0" l="0" r="0" t="0"/>
          <a:stretch/>
        </p:blipFill>
        <p:spPr>
          <a:xfrm>
            <a:off x="2266638" y="2531844"/>
            <a:ext cx="7013998" cy="2888117"/>
          </a:xfrm>
          <a:prstGeom prst="rect">
            <a:avLst/>
          </a:prstGeom>
          <a:noFill/>
          <a:ln>
            <a:noFill/>
          </a:ln>
        </p:spPr>
      </p:pic>
      <p:pic>
        <p:nvPicPr>
          <p:cNvPr id="240" name="Google Shape;240;p32"/>
          <p:cNvPicPr preferRelativeResize="0"/>
          <p:nvPr/>
        </p:nvPicPr>
        <p:blipFill rotWithShape="1">
          <a:blip r:embed="rId6">
            <a:alphaModFix/>
          </a:blip>
          <a:srcRect b="0" l="0" r="0" t="0"/>
          <a:stretch/>
        </p:blipFill>
        <p:spPr>
          <a:xfrm>
            <a:off x="2266638" y="5492838"/>
            <a:ext cx="2014300" cy="1168295"/>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0.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44" name="Shape 244"/>
        <p:cNvGrpSpPr/>
        <p:nvPr/>
      </p:nvGrpSpPr>
      <p:grpSpPr>
        <a:xfrm>
          <a:off x="0" y="0"/>
          <a:ext cx="0" cy="0"/>
          <a:chOff x="0" y="0"/>
          <a:chExt cx="0" cy="0"/>
        </a:xfrm>
      </p:grpSpPr>
      <p:pic>
        <p:nvPicPr>
          <p:cNvPr id="245" name="Google Shape;245;p33"/>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46" name="Google Shape;246;p33"/>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47" name="Google Shape;247;p33"/>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fontScale="90000"/>
          </a:bodyPr>
          <a:lstStyle/>
          <a:p>
            <a:pPr indent="0" lvl="0" marL="0" rtl="0" algn="l">
              <a:lnSpc>
                <a:spcPct val="90000"/>
              </a:lnSpc>
              <a:spcBef>
                <a:spcPts val="0"/>
              </a:spcBef>
              <a:spcAft>
                <a:spcPts val="0"/>
              </a:spcAft>
              <a:buClr>
                <a:schemeClr val="dk1"/>
              </a:buClr>
              <a:buSzPct val="71428"/>
              <a:buNone/>
            </a:pPr>
            <a:r>
              <a:rPr b="1" lang="en-US" sz="2800">
                <a:latin typeface="Times New Roman"/>
                <a:ea typeface="Times New Roman"/>
                <a:cs typeface="Times New Roman"/>
                <a:sym typeface="Times New Roman"/>
              </a:rPr>
              <a:t>5.2) Một đối tượng có kiểu của lớp con thì cũng có kiểu của lớp cha</a:t>
            </a:r>
            <a:endParaRPr b="1" sz="2800">
              <a:latin typeface="Times New Roman"/>
              <a:ea typeface="Times New Roman"/>
              <a:cs typeface="Times New Roman"/>
              <a:sym typeface="Times New Roman"/>
            </a:endParaRPr>
          </a:p>
        </p:txBody>
      </p:sp>
      <p:sp>
        <p:nvSpPr>
          <p:cNvPr id="248" name="Google Shape;248;p33"/>
          <p:cNvSpPr txBox="1"/>
          <p:nvPr>
            <p:ph idx="1" type="body"/>
          </p:nvPr>
        </p:nvSpPr>
        <p:spPr>
          <a:xfrm>
            <a:off x="838200" y="1613042"/>
            <a:ext cx="2977055" cy="2790791"/>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Ví dụ, nếu Dog kế thừa Animal thì đối tượng của Dog có thể tham chiếu đến cả hai lớp Dog và Animal.</a:t>
            </a:r>
            <a:br>
              <a:rPr lang="en-US" sz="2400">
                <a:latin typeface="Times New Roman"/>
                <a:ea typeface="Times New Roman"/>
                <a:cs typeface="Times New Roman"/>
                <a:sym typeface="Times New Roman"/>
              </a:rPr>
            </a:b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49" name="Google Shape;249;p33"/>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50" name="Google Shape;250;p33"/>
          <p:cNvPicPr preferRelativeResize="0"/>
          <p:nvPr/>
        </p:nvPicPr>
        <p:blipFill rotWithShape="1">
          <a:blip r:embed="rId5">
            <a:alphaModFix/>
          </a:blip>
          <a:srcRect b="0" l="0" r="0" t="0"/>
          <a:stretch/>
        </p:blipFill>
        <p:spPr>
          <a:xfrm>
            <a:off x="3919816" y="1613042"/>
            <a:ext cx="7499893" cy="3285294"/>
          </a:xfrm>
          <a:prstGeom prst="rect">
            <a:avLst/>
          </a:prstGeom>
          <a:noFill/>
          <a:ln>
            <a:noFill/>
          </a:ln>
        </p:spPr>
      </p:pic>
      <p:pic>
        <p:nvPicPr>
          <p:cNvPr id="251" name="Google Shape;251;p33"/>
          <p:cNvPicPr preferRelativeResize="0"/>
          <p:nvPr/>
        </p:nvPicPr>
        <p:blipFill rotWithShape="1">
          <a:blip r:embed="rId6">
            <a:alphaModFix/>
          </a:blip>
          <a:srcRect b="0" l="0" r="0" t="0"/>
          <a:stretch/>
        </p:blipFill>
        <p:spPr>
          <a:xfrm>
            <a:off x="3919816" y="5052448"/>
            <a:ext cx="2259726" cy="155260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55" name="Shape 255"/>
        <p:cNvGrpSpPr/>
        <p:nvPr/>
      </p:nvGrpSpPr>
      <p:grpSpPr>
        <a:xfrm>
          <a:off x="0" y="0"/>
          <a:ext cx="0" cy="0"/>
          <a:chOff x="0" y="0"/>
          <a:chExt cx="0" cy="0"/>
        </a:xfrm>
      </p:grpSpPr>
      <p:pic>
        <p:nvPicPr>
          <p:cNvPr id="256" name="Google Shape;256;p34"/>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57" name="Google Shape;257;p34"/>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58" name="Google Shape;258;p34"/>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5.3) Downcasting với toán tử instanceof</a:t>
            </a:r>
            <a:endParaRPr b="1" sz="2800">
              <a:latin typeface="Times New Roman"/>
              <a:ea typeface="Times New Roman"/>
              <a:cs typeface="Times New Roman"/>
              <a:sym typeface="Times New Roman"/>
            </a:endParaRPr>
          </a:p>
        </p:txBody>
      </p:sp>
      <p:sp>
        <p:nvSpPr>
          <p:cNvPr id="259" name="Google Shape;259;p34"/>
          <p:cNvSpPr txBox="1"/>
          <p:nvPr>
            <p:ph idx="1" type="body"/>
          </p:nvPr>
        </p:nvSpPr>
        <p:spPr>
          <a:xfrm>
            <a:off x="838199" y="1613044"/>
            <a:ext cx="10918371" cy="2507012"/>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Khi kiểu của lớp con tham chiếu tới đối tượng của lớp cha được gọi là downcasting. </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Nếu thực hiện tham chiếu trực tiếp thì trình biên dịch sẽ báo lỗi biên dịch. Nếu thực hiện bằng việc ép kiểu thì lỗi ngoại lệ ClassCastException được ném ra lúc runtime. Nhưng nếu sử dụng toán tử instanceof thì downcasting được.</a:t>
            </a:r>
            <a:endParaRPr/>
          </a:p>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Tham chiếu trực tiếp: gặp lỗi biên dịch.</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60" name="Google Shape;260;p34"/>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61" name="Google Shape;261;p34"/>
          <p:cNvPicPr preferRelativeResize="0"/>
          <p:nvPr/>
        </p:nvPicPr>
        <p:blipFill rotWithShape="1">
          <a:blip r:embed="rId5">
            <a:alphaModFix/>
          </a:blip>
          <a:srcRect b="0" l="0" r="0" t="0"/>
          <a:stretch/>
        </p:blipFill>
        <p:spPr>
          <a:xfrm>
            <a:off x="2638453" y="4126208"/>
            <a:ext cx="6761512" cy="213795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65" name="Shape 265"/>
        <p:cNvGrpSpPr/>
        <p:nvPr/>
      </p:nvGrpSpPr>
      <p:grpSpPr>
        <a:xfrm>
          <a:off x="0" y="0"/>
          <a:ext cx="0" cy="0"/>
          <a:chOff x="0" y="0"/>
          <a:chExt cx="0" cy="0"/>
        </a:xfrm>
      </p:grpSpPr>
      <p:pic>
        <p:nvPicPr>
          <p:cNvPr id="266" name="Google Shape;266;p35"/>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67" name="Google Shape;267;p35"/>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68" name="Google Shape;268;p35"/>
          <p:cNvSpPr txBox="1"/>
          <p:nvPr>
            <p:ph type="title"/>
          </p:nvPr>
        </p:nvSpPr>
        <p:spPr>
          <a:xfrm>
            <a:off x="838200" y="955497"/>
            <a:ext cx="9055813" cy="503433"/>
          </a:xfrm>
          <a:prstGeom prst="rect">
            <a:avLst/>
          </a:prstGeom>
          <a:noFill/>
          <a:ln>
            <a:noFill/>
          </a:ln>
        </p:spPr>
        <p:txBody>
          <a:bodyPr anchorCtr="0" anchor="ctr" bIns="45700" lIns="91425" spcFirstLastPara="1" rIns="91425" wrap="square" tIns="45700">
            <a:normAutofit/>
          </a:bodyPr>
          <a:lstStyle/>
          <a:p>
            <a:pPr indent="0" lvl="0" marL="0" rtl="0" algn="l">
              <a:lnSpc>
                <a:spcPct val="90000"/>
              </a:lnSpc>
              <a:spcBef>
                <a:spcPts val="0"/>
              </a:spcBef>
              <a:spcAft>
                <a:spcPts val="0"/>
              </a:spcAft>
              <a:buClr>
                <a:schemeClr val="dk1"/>
              </a:buClr>
              <a:buSzPts val="1800"/>
              <a:buNone/>
            </a:pPr>
            <a:r>
              <a:rPr b="1" lang="en-US" sz="2800">
                <a:latin typeface="Times New Roman"/>
                <a:ea typeface="Times New Roman"/>
                <a:cs typeface="Times New Roman"/>
                <a:sym typeface="Times New Roman"/>
              </a:rPr>
              <a:t>5.3) Downcasting với toán tử instanceof</a:t>
            </a:r>
            <a:endParaRPr b="1" sz="2800">
              <a:latin typeface="Times New Roman"/>
              <a:ea typeface="Times New Roman"/>
              <a:cs typeface="Times New Roman"/>
              <a:sym typeface="Times New Roman"/>
            </a:endParaRPr>
          </a:p>
        </p:txBody>
      </p:sp>
      <p:sp>
        <p:nvSpPr>
          <p:cNvPr id="269" name="Google Shape;269;p35"/>
          <p:cNvSpPr txBox="1"/>
          <p:nvPr>
            <p:ph idx="1" type="body"/>
          </p:nvPr>
        </p:nvSpPr>
        <p:spPr>
          <a:xfrm>
            <a:off x="838200" y="1613043"/>
            <a:ext cx="10515600" cy="917886"/>
          </a:xfrm>
          <a:prstGeom prst="rect">
            <a:avLst/>
          </a:prstGeom>
          <a:noFill/>
          <a:ln>
            <a:noFill/>
          </a:ln>
        </p:spPr>
        <p:txBody>
          <a:bodyPr anchorCtr="0" anchor="t" bIns="45700" lIns="91425" spcFirstLastPara="1" rIns="91425" wrap="square" tIns="45700">
            <a:normAutofit/>
          </a:bodyPr>
          <a:lstStyle/>
          <a:p>
            <a:pPr indent="-342900" lvl="0" marL="457200" rtl="0" algn="l">
              <a:lnSpc>
                <a:spcPct val="90000"/>
              </a:lnSpc>
              <a:spcBef>
                <a:spcPts val="1000"/>
              </a:spcBef>
              <a:spcAft>
                <a:spcPts val="0"/>
              </a:spcAft>
              <a:buClr>
                <a:schemeClr val="dk1"/>
              </a:buClr>
              <a:buSzPts val="1800"/>
              <a:buChar char="•"/>
            </a:pPr>
            <a:r>
              <a:rPr lang="en-US" sz="2400">
                <a:latin typeface="Times New Roman"/>
                <a:ea typeface="Times New Roman"/>
                <a:cs typeface="Times New Roman"/>
                <a:sym typeface="Times New Roman"/>
              </a:rPr>
              <a:t>Sử dụng ép kiểu dữ liệu: không lỗi lúc biên dịch, nhưng gặp lỗi ClassCastException lúc runtime.</a:t>
            </a:r>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a:p>
            <a:pPr indent="-228600" lvl="0" marL="457200" rtl="0" algn="l">
              <a:lnSpc>
                <a:spcPct val="90000"/>
              </a:lnSpc>
              <a:spcBef>
                <a:spcPts val="1000"/>
              </a:spcBef>
              <a:spcAft>
                <a:spcPts val="0"/>
              </a:spcAft>
              <a:buClr>
                <a:schemeClr val="dk1"/>
              </a:buClr>
              <a:buSzPts val="1800"/>
              <a:buNone/>
            </a:pPr>
            <a:r>
              <a:t/>
            </a:r>
            <a:endParaRPr sz="2400">
              <a:latin typeface="Times New Roman"/>
              <a:ea typeface="Times New Roman"/>
              <a:cs typeface="Times New Roman"/>
              <a:sym typeface="Times New Roman"/>
            </a:endParaRPr>
          </a:p>
        </p:txBody>
      </p:sp>
      <p:sp>
        <p:nvSpPr>
          <p:cNvPr id="270" name="Google Shape;270;p35"/>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71" name="Google Shape;271;p35"/>
          <p:cNvPicPr preferRelativeResize="0"/>
          <p:nvPr/>
        </p:nvPicPr>
        <p:blipFill rotWithShape="1">
          <a:blip r:embed="rId5">
            <a:alphaModFix/>
          </a:blip>
          <a:srcRect b="0" l="0" r="0" t="0"/>
          <a:stretch/>
        </p:blipFill>
        <p:spPr>
          <a:xfrm>
            <a:off x="876300" y="2403121"/>
            <a:ext cx="5544324" cy="2715004"/>
          </a:xfrm>
          <a:prstGeom prst="rect">
            <a:avLst/>
          </a:prstGeom>
          <a:noFill/>
          <a:ln>
            <a:noFill/>
          </a:ln>
        </p:spPr>
      </p:pic>
      <p:pic>
        <p:nvPicPr>
          <p:cNvPr id="272" name="Google Shape;272;p35"/>
          <p:cNvPicPr preferRelativeResize="0"/>
          <p:nvPr/>
        </p:nvPicPr>
        <p:blipFill rotWithShape="1">
          <a:blip r:embed="rId6">
            <a:alphaModFix/>
          </a:blip>
          <a:srcRect b="0" l="0" r="0" t="0"/>
          <a:stretch/>
        </p:blipFill>
        <p:spPr>
          <a:xfrm>
            <a:off x="6558024" y="2440173"/>
            <a:ext cx="4658375" cy="1390844"/>
          </a:xfrm>
          <a:prstGeom prst="rect">
            <a:avLst/>
          </a:prstGeom>
          <a:noFill/>
          <a:ln>
            <a:noFill/>
          </a:ln>
        </p:spPr>
      </p:pic>
      <p:pic>
        <p:nvPicPr>
          <p:cNvPr id="273" name="Google Shape;273;p35"/>
          <p:cNvPicPr preferRelativeResize="0"/>
          <p:nvPr/>
        </p:nvPicPr>
        <p:blipFill rotWithShape="1">
          <a:blip r:embed="rId7">
            <a:alphaModFix/>
          </a:blip>
          <a:srcRect b="0" l="0" r="0" t="0"/>
          <a:stretch/>
        </p:blipFill>
        <p:spPr>
          <a:xfrm>
            <a:off x="1920947" y="5214539"/>
            <a:ext cx="8350105" cy="1104739"/>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slides/slide2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77" name="Shape 277"/>
        <p:cNvGrpSpPr/>
        <p:nvPr/>
      </p:nvGrpSpPr>
      <p:grpSpPr>
        <a:xfrm>
          <a:off x="0" y="0"/>
          <a:ext cx="0" cy="0"/>
          <a:chOff x="0" y="0"/>
          <a:chExt cx="0" cy="0"/>
        </a:xfrm>
      </p:grpSpPr>
      <p:pic>
        <p:nvPicPr>
          <p:cNvPr id="278" name="Google Shape;278;p7"/>
          <p:cNvPicPr preferRelativeResize="0"/>
          <p:nvPr/>
        </p:nvPicPr>
        <p:blipFill rotWithShape="1">
          <a:blip r:embed="rId3">
            <a:alphaModFix/>
          </a:blip>
          <a:srcRect b="0" l="0" r="0" t="0"/>
          <a:stretch/>
        </p:blipFill>
        <p:spPr>
          <a:xfrm>
            <a:off x="0" y="0"/>
            <a:ext cx="12192000" cy="6858000"/>
          </a:xfrm>
          <a:prstGeom prst="rect">
            <a:avLst/>
          </a:prstGeom>
          <a:noFill/>
          <a:ln>
            <a:noFill/>
          </a:ln>
        </p:spPr>
      </p:pic>
      <p:pic>
        <p:nvPicPr>
          <p:cNvPr id="279" name="Google Shape;279;p7"/>
          <p:cNvPicPr preferRelativeResize="0"/>
          <p:nvPr/>
        </p:nvPicPr>
        <p:blipFill rotWithShape="1">
          <a:blip r:embed="rId4">
            <a:alphaModFix/>
          </a:blip>
          <a:srcRect b="0" l="0" r="0" t="0"/>
          <a:stretch/>
        </p:blipFill>
        <p:spPr>
          <a:xfrm>
            <a:off x="304800" y="228600"/>
            <a:ext cx="1143000" cy="821245"/>
          </a:xfrm>
          <a:prstGeom prst="rect">
            <a:avLst/>
          </a:prstGeom>
          <a:noFill/>
          <a:ln>
            <a:noFill/>
          </a:ln>
        </p:spPr>
      </p:pic>
      <p:sp>
        <p:nvSpPr>
          <p:cNvPr id="280" name="Google Shape;280;p7"/>
          <p:cNvSpPr txBox="1"/>
          <p:nvPr>
            <p:ph idx="11" type="ftr"/>
          </p:nvPr>
        </p:nvSpPr>
        <p:spPr>
          <a:xfrm>
            <a:off x="8077200" y="6492875"/>
            <a:ext cx="4114800" cy="365125"/>
          </a:xfrm>
          <a:prstGeom prst="rect">
            <a:avLst/>
          </a:prstGeom>
          <a:noFill/>
          <a:ln>
            <a:noFill/>
          </a:ln>
        </p:spPr>
        <p:txBody>
          <a:bodyPr anchorCtr="0" anchor="ctr" bIns="0" lIns="0" spcFirstLastPara="1" rIns="0" wrap="square" tIns="0">
            <a:spAutoFit/>
          </a:bodyPr>
          <a:lstStyle/>
          <a:p>
            <a:pPr indent="0" lvl="0" marL="12700" rtl="0" algn="ctr">
              <a:lnSpc>
                <a:spcPct val="100000"/>
              </a:lnSpc>
              <a:spcBef>
                <a:spcPts val="0"/>
              </a:spcBef>
              <a:spcAft>
                <a:spcPts val="0"/>
              </a:spcAft>
              <a:buSzPts val="1400"/>
              <a:buNone/>
            </a:pPr>
            <a:r>
              <a:rPr lang="en-US">
                <a:latin typeface="Arial"/>
                <a:ea typeface="Arial"/>
                <a:cs typeface="Arial"/>
                <a:sym typeface="Arial"/>
              </a:rPr>
              <a:t>© Copyright 2023 GV Nguyễn Đắc Kiên</a:t>
            </a:r>
            <a:endParaRPr>
              <a:latin typeface="Arial"/>
              <a:ea typeface="Arial"/>
              <a:cs typeface="Arial"/>
              <a:sym typeface="Arial"/>
            </a:endParaRPr>
          </a:p>
        </p:txBody>
      </p:sp>
      <p:pic>
        <p:nvPicPr>
          <p:cNvPr id="281" name="Google Shape;281;p7"/>
          <p:cNvPicPr preferRelativeResize="0"/>
          <p:nvPr/>
        </p:nvPicPr>
        <p:blipFill rotWithShape="1">
          <a:blip r:embed="rId5">
            <a:alphaModFix/>
          </a:blip>
          <a:srcRect b="0" l="0" r="0" t="0"/>
          <a:stretch/>
        </p:blipFill>
        <p:spPr>
          <a:xfrm>
            <a:off x="1447800" y="1307628"/>
            <a:ext cx="9031014" cy="4658711"/>
          </a:xfrm>
          <a:prstGeom prst="rect">
            <a:avLst/>
          </a:prstGeom>
          <a:noFill/>
          <a:ln>
            <a:noFill/>
          </a:ln>
        </p:spPr>
      </p:pic>
    </p:spTree>
  </p:cSld>
  <p:clrMapOvr>
    <a:masterClrMapping/>
  </p:clrMapOvr>
  <mc:AlternateContent>
    <mc:Choice Requires="p14">
      <p:transition spd="slow" p14:dur="700">
        <p:fade/>
      </p:transition>
    </mc:Choice>
    <mc:Fallback>
      <p:transition spd="slow">
        <p:fade/>
      </p:transition>
    </mc:Fallback>
  </mc:AlternateContent>
</p:sld>
</file>

<file path=ppt/theme/theme1.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name="Office Theme">
  <a:themeElements>
    <a:clrScheme name="9Slide - 2019">
      <a:dk1>
        <a:srgbClr val="000000"/>
      </a:dk1>
      <a:lt1>
        <a:srgbClr val="FFFFFF"/>
      </a:lt1>
      <a:dk2>
        <a:srgbClr val="092D6C"/>
      </a:dk2>
      <a:lt2>
        <a:srgbClr val="FCECD0"/>
      </a:lt2>
      <a:accent1>
        <a:srgbClr val="4FC1E9"/>
      </a:accent1>
      <a:accent2>
        <a:srgbClr val="48CFAD"/>
      </a:accent2>
      <a:accent3>
        <a:srgbClr val="A0D468"/>
      </a:accent3>
      <a:accent4>
        <a:srgbClr val="FFCE54"/>
      </a:accent4>
      <a:accent5>
        <a:srgbClr val="FC6E51"/>
      </a:accent5>
      <a:accent6>
        <a:srgbClr val="ED5565"/>
      </a:accent6>
      <a:hlink>
        <a:srgbClr val="5D9CEC"/>
      </a:hlink>
      <a:folHlink>
        <a:srgbClr val="AC92EC"/>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erms:created xsi:type="dcterms:W3CDTF">2020-08-07T13:14:06Z</dcterms:created>
  <dc:creator>Admin</dc:creator>
</cp:coreProperties>
</file>